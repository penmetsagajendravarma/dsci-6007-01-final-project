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58" r:id="rId1"/>
  </p:sldMasterIdLst>
  <p:notesMasterIdLst>
    <p:notesMasterId r:id="rId19"/>
  </p:notesMasterIdLst>
  <p:sldIdLst>
    <p:sldId id="258" r:id="rId2"/>
    <p:sldId id="1782" r:id="rId3"/>
    <p:sldId id="1787" r:id="rId4"/>
    <p:sldId id="1770" r:id="rId5"/>
    <p:sldId id="1784" r:id="rId6"/>
    <p:sldId id="1772" r:id="rId7"/>
    <p:sldId id="1789" r:id="rId8"/>
    <p:sldId id="1785" r:id="rId9"/>
    <p:sldId id="1788" r:id="rId10"/>
    <p:sldId id="1793" r:id="rId11"/>
    <p:sldId id="1778" r:id="rId12"/>
    <p:sldId id="1786" r:id="rId13"/>
    <p:sldId id="1790" r:id="rId14"/>
    <p:sldId id="1791" r:id="rId15"/>
    <p:sldId id="1792" r:id="rId16"/>
    <p:sldId id="1777" r:id="rId17"/>
    <p:sldId id="1781" r:id="rId18"/>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ing, Katrina" initials="SK" lastIdx="74" clrIdx="0">
    <p:extLst>
      <p:ext uri="{19B8F6BF-5375-455C-9EA6-DF929625EA0E}">
        <p15:presenceInfo xmlns:p15="http://schemas.microsoft.com/office/powerpoint/2012/main" userId="S-1-5-21-1407069837-2091007605-538272213-31813507" providerId="AD"/>
      </p:ext>
    </p:extLst>
  </p:cmAuthor>
  <p:cmAuthor id="2" name="Wang, Carrie" initials="WC" lastIdx="34" clrIdx="1">
    <p:extLst>
      <p:ext uri="{19B8F6BF-5375-455C-9EA6-DF929625EA0E}">
        <p15:presenceInfo xmlns:p15="http://schemas.microsoft.com/office/powerpoint/2012/main" userId="S-1-5-21-1407069837-2091007605-538272213-49903310" providerId="AD"/>
      </p:ext>
    </p:extLst>
  </p:cmAuthor>
  <p:cmAuthor id="3" name="Daswani, Monisha" initials="DM" lastIdx="5" clrIdx="2">
    <p:extLst>
      <p:ext uri="{19B8F6BF-5375-455C-9EA6-DF929625EA0E}">
        <p15:presenceInfo xmlns:p15="http://schemas.microsoft.com/office/powerpoint/2012/main" userId="S-1-5-21-1407069837-2091007605-538272213-41758195" providerId="AD"/>
      </p:ext>
    </p:extLst>
  </p:cmAuthor>
  <p:cmAuthor id="4" name="Microsoft Office User" initials="MOU" lastIdx="31" clrIdx="3">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700580-94E8-97B7-C54B-BB6420ECF2C6}" v="67" dt="2025-04-30T23:05:32.948"/>
    <p1510:client id="{0DFBB501-C079-6855-A732-0A9D0C2AD3EE}" v="423" dt="2025-05-01T03:14:40.7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44" autoAdjust="0"/>
    <p:restoredTop sz="58678" autoAdjust="0"/>
  </p:normalViewPr>
  <p:slideViewPr>
    <p:cSldViewPr snapToGrid="0">
      <p:cViewPr varScale="1">
        <p:scale>
          <a:sx n="49" d="100"/>
          <a:sy n="49" d="100"/>
        </p:scale>
        <p:origin x="2016" y="67"/>
      </p:cViewPr>
      <p:guideLst/>
    </p:cSldViewPr>
  </p:slideViewPr>
  <p:notesTextViewPr>
    <p:cViewPr>
      <p:scale>
        <a:sx n="1" d="1"/>
        <a:sy n="1" d="1"/>
      </p:scale>
      <p:origin x="0" y="0"/>
    </p:cViewPr>
  </p:notesTextViewPr>
  <p:sorterViewPr>
    <p:cViewPr>
      <p:scale>
        <a:sx n="100" d="100"/>
        <a:sy n="100" d="100"/>
      </p:scale>
      <p:origin x="0" y="-11742"/>
    </p:cViewPr>
  </p:sorterViewPr>
  <p:notesViewPr>
    <p:cSldViewPr snapToGrid="0">
      <p:cViewPr varScale="1">
        <p:scale>
          <a:sx n="79" d="100"/>
          <a:sy n="79" d="100"/>
        </p:scale>
        <p:origin x="37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35000"/>
            <a:ext cx="5486400" cy="3086822"/>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7500" y="3810000"/>
            <a:ext cx="7112000" cy="5588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5890323"/>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0"/>
      </a:spcBef>
      <a:spcAft>
        <a:spcPts val="0"/>
      </a:spcAft>
      <a:defRPr sz="1200" kern="1200">
        <a:solidFill>
          <a:schemeClr val="tx1"/>
        </a:solidFill>
        <a:latin typeface="+mn-lt"/>
        <a:ea typeface="+mn-ea"/>
        <a:cs typeface="+mn-cs"/>
      </a:defRPr>
    </a:lvl1pPr>
    <a:lvl2pPr marL="457200" algn="l" defTabSz="914400" rtl="0" eaLnBrk="1" latinLnBrk="0" hangingPunct="1">
      <a:spcBef>
        <a:spcPts val="0"/>
      </a:spcBef>
      <a:spcAft>
        <a:spcPts val="0"/>
      </a:spcAft>
      <a:defRPr sz="1200" kern="1200">
        <a:solidFill>
          <a:schemeClr val="tx1"/>
        </a:solidFill>
        <a:latin typeface="+mn-lt"/>
        <a:ea typeface="+mn-ea"/>
        <a:cs typeface="+mn-cs"/>
      </a:defRPr>
    </a:lvl2pPr>
    <a:lvl3pPr marL="914400" algn="l" defTabSz="914400" rtl="0" eaLnBrk="1" latinLnBrk="0" hangingPunct="1">
      <a:spcBef>
        <a:spcPts val="0"/>
      </a:spcBef>
      <a:spcAft>
        <a:spcPts val="0"/>
      </a:spcAft>
      <a:defRPr sz="1200" kern="1200">
        <a:solidFill>
          <a:schemeClr val="tx1"/>
        </a:solidFill>
        <a:latin typeface="+mn-lt"/>
        <a:ea typeface="+mn-ea"/>
        <a:cs typeface="+mn-cs"/>
      </a:defRPr>
    </a:lvl3pPr>
    <a:lvl4pPr marL="1371600" algn="l" defTabSz="914400" rtl="0" eaLnBrk="1" latinLnBrk="0" hangingPunct="1">
      <a:spcBef>
        <a:spcPts val="0"/>
      </a:spcBef>
      <a:spcAft>
        <a:spcPts val="0"/>
      </a:spcAft>
      <a:defRPr sz="1200" kern="1200">
        <a:solidFill>
          <a:schemeClr val="tx1"/>
        </a:solidFill>
        <a:latin typeface="+mn-lt"/>
        <a:ea typeface="+mn-ea"/>
        <a:cs typeface="+mn-cs"/>
      </a:defRPr>
    </a:lvl4pPr>
    <a:lvl5pPr marL="1828800" algn="l" defTabSz="914400" rtl="0" eaLnBrk="1" latinLnBrk="0" hangingPunct="1">
      <a:spcBef>
        <a:spcPts val="0"/>
      </a:spcBef>
      <a:spcAft>
        <a:spcPts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docs.aws.amazon.com/wellarchitected/latest/framework/welcome.htm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lvl="0"/>
            <a:r>
              <a:rPr lang="en-US" sz="1200" b="1" kern="1200" dirty="0">
                <a:solidFill>
                  <a:schemeClr val="tx1"/>
                </a:solidFill>
                <a:effectLst/>
                <a:latin typeface="+mn-lt"/>
                <a:ea typeface="+mn-ea"/>
                <a:cs typeface="+mn-cs"/>
              </a:rPr>
              <a:t>For Educators: </a:t>
            </a:r>
            <a:r>
              <a:rPr lang="en-US" sz="1200" b="0" kern="1200" dirty="0">
                <a:solidFill>
                  <a:schemeClr val="tx1"/>
                </a:solidFill>
                <a:effectLst/>
                <a:latin typeface="+mn-lt"/>
                <a:ea typeface="+mn-ea"/>
                <a:cs typeface="+mn-cs"/>
              </a:rPr>
              <a:t>You can use this template to help your students effectively present and communicate their project to a broader audience. Your students can also use this presentation as a portfolio of their work to demonstrate their cloud skills.</a:t>
            </a:r>
          </a:p>
          <a:p>
            <a:pPr lvl="0"/>
            <a:r>
              <a:rPr lang="en-US" sz="1200" b="0" kern="1200" dirty="0">
                <a:solidFill>
                  <a:schemeClr val="tx1"/>
                </a:solidFill>
                <a:effectLst/>
                <a:latin typeface="+mn-lt"/>
                <a:ea typeface="+mn-ea"/>
                <a:cs typeface="+mn-cs"/>
              </a:rPr>
              <a:t>The presentation structure is listed below. The total time may vary depending on the activity you want to conduct. For example, you may want your students to provide high-level walkthrough of their final solutions versus deep-dive into why or how they chose certain services and the steps of building their architectures.    </a:t>
            </a:r>
          </a:p>
          <a:p>
            <a:pPr lvl="0"/>
            <a:endParaRPr lang="en-US" sz="120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Suggested timing for a 15-minute presentation:</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Introduction – 30 seconds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Business scenario overview – 1 minute</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Solution overview – 5 minutes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Architecture diagram of the solution – 2 minutes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Demo – 5 minutes</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Lessons learned – 1.5 minutes</a:t>
            </a:r>
          </a:p>
        </p:txBody>
      </p:sp>
    </p:spTree>
    <p:extLst>
      <p:ext uri="{BB962C8B-B14F-4D97-AF65-F5344CB8AC3E}">
        <p14:creationId xmlns:p14="http://schemas.microsoft.com/office/powerpoint/2010/main" val="1171446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t>Define the problem or opportunity that you are addressing. Include pictures, figures, and statistics to help the audience better conceptualize the problem or opportunity.</a:t>
            </a:r>
          </a:p>
          <a:p>
            <a:endParaRPr lang="en-US" dirty="0"/>
          </a:p>
          <a:p>
            <a:r>
              <a:rPr lang="en-US" b="0" dirty="0"/>
              <a:t>Specify who your users or customers are and what pain points they are experiencing. </a:t>
            </a:r>
          </a:p>
          <a:p>
            <a:r>
              <a:rPr lang="en-US" dirty="0"/>
              <a:t>For example: “Users complain that the student admissions department website is too slow and isn’t always available.”</a:t>
            </a:r>
          </a:p>
          <a:p>
            <a:endParaRPr lang="en-US" dirty="0"/>
          </a:p>
          <a:p>
            <a:r>
              <a:rPr lang="en-US" sz="1200" b="0" i="0" kern="1200" dirty="0">
                <a:solidFill>
                  <a:schemeClr val="tx1"/>
                </a:solidFill>
                <a:effectLst/>
                <a:latin typeface="+mn-lt"/>
                <a:ea typeface="+mn-ea"/>
                <a:cs typeface="+mn-cs"/>
              </a:rPr>
              <a:t>Also, list any specific business requirements that you are addressing.</a:t>
            </a:r>
          </a:p>
          <a:p>
            <a:r>
              <a:rPr lang="en-US" sz="1200" b="0" i="0" kern="1200" dirty="0">
                <a:solidFill>
                  <a:schemeClr val="tx1"/>
                </a:solidFill>
                <a:effectLst/>
                <a:latin typeface="+mn-lt"/>
                <a:ea typeface="+mn-ea"/>
                <a:cs typeface="+mn-cs"/>
              </a:rPr>
              <a:t>For example: “Improve the experience for users. The web application can be deployed to the AWS Cloud. The application must be highly available, scalable, load balanced, secure, and performant architecture that can support thousands of users.“</a:t>
            </a:r>
          </a:p>
          <a:p>
            <a:endParaRPr lang="en-US" dirty="0"/>
          </a:p>
          <a:p>
            <a:r>
              <a:rPr lang="en-US" sz="1200" b="1" i="0" kern="1200" dirty="0">
                <a:solidFill>
                  <a:schemeClr val="tx1"/>
                </a:solidFill>
                <a:effectLst/>
                <a:latin typeface="+mn-lt"/>
                <a:ea typeface="+mn-ea"/>
                <a:cs typeface="+mn-cs"/>
              </a:rPr>
              <a:t>Note: </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An above-bar overview succinctly defines the problem and opportunity statement. For example: “Customers with media files, such as retail companies, need an easy and cost-effective way to analyze photos and videos of their inventory.”</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A below-bar overview is too verbose, technical, or not specific. For example: “The most common media files are .jpg and .mp4. Companies have media files of their inventory.”</a:t>
            </a:r>
          </a:p>
        </p:txBody>
      </p:sp>
    </p:spTree>
    <p:extLst>
      <p:ext uri="{BB962C8B-B14F-4D97-AF65-F5344CB8AC3E}">
        <p14:creationId xmlns:p14="http://schemas.microsoft.com/office/powerpoint/2010/main" val="2063448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t>Explain at a high level what you have built. </a:t>
            </a:r>
          </a:p>
          <a:p>
            <a:r>
              <a:rPr lang="en-US" dirty="0"/>
              <a:t>For example: “I built a web application for a company to host their blog.“</a:t>
            </a:r>
          </a:p>
          <a:p>
            <a:endParaRPr lang="en-US" dirty="0"/>
          </a:p>
          <a:p>
            <a:r>
              <a:rPr lang="en-US" dirty="0"/>
              <a:t>Talk about why you chose certain parts of the solutions and any tradeoffs that you made. Focus on how you designed the solutions and how you applied the AWS Well-Architected Framework as part of the process (AWS Well-Architected Framework: </a:t>
            </a:r>
            <a:r>
              <a:rPr lang="en-US" dirty="0">
                <a:hlinkClick r:id="rId3"/>
              </a:rPr>
              <a:t>https://docs.aws.amazon.com/wellarchitected/latest/framework/welcome.html</a:t>
            </a:r>
            <a:r>
              <a:rPr lang="en-US" dirty="0"/>
              <a:t>). </a:t>
            </a:r>
          </a:p>
          <a:p>
            <a:r>
              <a:rPr lang="en-US" dirty="0"/>
              <a:t>For example: “I configured load balancers and auto scaling to make the application highly available and reliable.”  </a:t>
            </a:r>
          </a:p>
          <a:p>
            <a:endParaRPr lang="en-US" dirty="0"/>
          </a:p>
          <a:p>
            <a:r>
              <a:rPr lang="en-US" dirty="0"/>
              <a:t>Include the use cases that you are addressing. Think about who your users are and how they would want to interact with your solution to solve their problem. </a:t>
            </a:r>
          </a:p>
          <a:p>
            <a:r>
              <a:rPr lang="en-US" dirty="0"/>
              <a:t>For example: “Users can view, upload, edit, and delete blog posts. Administrators can approve blog posts.”</a:t>
            </a:r>
          </a:p>
          <a:p>
            <a:endParaRPr lang="en-US" dirty="0"/>
          </a:p>
          <a:p>
            <a:r>
              <a:rPr lang="en-US" dirty="0"/>
              <a:t>Talk about the use cases that you addressed as part of the minimum viable product (MVP) that you scoped and built.</a:t>
            </a:r>
          </a:p>
          <a:p>
            <a:endParaRPr lang="en-US" dirty="0"/>
          </a:p>
          <a:p>
            <a:r>
              <a:rPr lang="en-US" b="1" dirty="0"/>
              <a:t>Note:</a:t>
            </a:r>
          </a:p>
          <a:p>
            <a:pPr marL="171450" indent="-171450">
              <a:buFont typeface="Arial" panose="020B0604020202020204" pitchFamily="34" charset="0"/>
              <a:buChar char="•"/>
            </a:pPr>
            <a:r>
              <a:rPr lang="en-US" dirty="0"/>
              <a:t>An above-bar description is concise and includes the most important benefits. For example: “The solution allows customers to quickly upload, store, and search large catalogs of images and videos in Amazon S3.”</a:t>
            </a:r>
          </a:p>
          <a:p>
            <a:pPr marL="171450" indent="-171450">
              <a:buFont typeface="Arial" panose="020B0604020202020204" pitchFamily="34" charset="0"/>
              <a:buChar char="•"/>
            </a:pPr>
            <a:r>
              <a:rPr lang="en-US" dirty="0"/>
              <a:t>A below-bar description is too detailed or not specific. For example: “Our solution analyzes media files.”</a:t>
            </a:r>
          </a:p>
        </p:txBody>
      </p:sp>
    </p:spTree>
    <p:extLst>
      <p:ext uri="{BB962C8B-B14F-4D97-AF65-F5344CB8AC3E}">
        <p14:creationId xmlns:p14="http://schemas.microsoft.com/office/powerpoint/2010/main" val="3797708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t>Describe any challenges that you encountered and how you overcame those challenges.</a:t>
            </a:r>
          </a:p>
          <a:p>
            <a:r>
              <a:rPr lang="en-US" dirty="0"/>
              <a:t>For example: “I got stuck when I was creating an EC2 instance to host the application. I used the resources that were listed in the instructions to walk myself through the process to create a new EC2, and I was able to complete the task. The links to labs in other courses were very helpful.” </a:t>
            </a:r>
          </a:p>
          <a:p>
            <a:endParaRPr lang="en-US" dirty="0"/>
          </a:p>
          <a:p>
            <a:r>
              <a:rPr lang="en-US" dirty="0"/>
              <a:t>Describe any new skills that you learned from this project. </a:t>
            </a:r>
          </a:p>
          <a:p>
            <a:r>
              <a:rPr lang="en-US" dirty="0"/>
              <a:t>For example: “I learned how to set up auto scaling correctly so my resources were automatically adjusted and allocated at the lowest possible cost.”</a:t>
            </a:r>
          </a:p>
          <a:p>
            <a:endParaRPr lang="en-US" dirty="0"/>
          </a:p>
          <a:p>
            <a:r>
              <a:rPr lang="en-US" dirty="0"/>
              <a:t>Discuss any future, out-of-scope use cases in the next steps.</a:t>
            </a:r>
          </a:p>
          <a:p>
            <a:r>
              <a:rPr lang="en-US" dirty="0"/>
              <a:t>For example: “I would like to scale out the web application so that multiple departments can use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Tree>
    <p:extLst>
      <p:ext uri="{BB962C8B-B14F-4D97-AF65-F5344CB8AC3E}">
        <p14:creationId xmlns:p14="http://schemas.microsoft.com/office/powerpoint/2010/main" val="2100685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p:txBody>
          <a:bodyPr/>
          <a:lstStyle/>
          <a:p>
            <a:r>
              <a:rPr lang="en-US" dirty="0"/>
              <a:t>For the demo, guide the audience through the two to three most important benefits of the solution and how it addresses the requirements.</a:t>
            </a:r>
          </a:p>
          <a:p>
            <a:r>
              <a:rPr lang="en-US" dirty="0"/>
              <a:t>Your demo materials can be screen captures, recordings, a link to your final solution, and/or a link to AWS console.   </a:t>
            </a:r>
          </a:p>
          <a:p>
            <a:endParaRPr lang="en-US" dirty="0"/>
          </a:p>
        </p:txBody>
      </p:sp>
    </p:spTree>
    <p:extLst>
      <p:ext uri="{BB962C8B-B14F-4D97-AF65-F5344CB8AC3E}">
        <p14:creationId xmlns:p14="http://schemas.microsoft.com/office/powerpoint/2010/main" val="689816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317500" y="3810000"/>
            <a:ext cx="7112000" cy="5397500"/>
          </a:xfrm>
        </p:spPr>
        <p:txBody>
          <a:bodyPr/>
          <a:lstStyle/>
          <a:p>
            <a:pPr marL="0" marR="0" lvl="0" indent="0" defTabSz="914400" rtl="0" eaLnBrk="1" fontAlgn="auto" latinLnBrk="0" hangingPunct="1">
              <a:buClrTx/>
              <a:buSzTx/>
              <a:buFontTx/>
              <a:buNone/>
              <a:tabLst/>
              <a:defRPr/>
            </a:pPr>
            <a:endParaRPr lang="en-US" dirty="0"/>
          </a:p>
        </p:txBody>
      </p:sp>
    </p:spTree>
    <p:extLst>
      <p:ext uri="{BB962C8B-B14F-4D97-AF65-F5344CB8AC3E}">
        <p14:creationId xmlns:p14="http://schemas.microsoft.com/office/powerpoint/2010/main" val="2438187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2.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1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1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46.xml"/><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2.xml"/><Relationship Id="rId4"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1051560"/>
            <a:ext cx="11375136"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2772920"/>
            <a:ext cx="5500255" cy="175564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A2C3C3E5-7849-41DF-885A-361FFB68A8B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3460319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03472"/>
            <a:ext cx="8946292"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4224832"/>
            <a:ext cx="8946292"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D92B13EB-841E-4A00-B345-D5601EDE0664}"/>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283696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6456405"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5040376"/>
            <a:ext cx="6456405"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2">
            <a:extLst>
              <a:ext uri="{FF2B5EF4-FFF2-40B4-BE49-F238E27FC236}">
                <a16:creationId xmlns:a16="http://schemas.microsoft.com/office/drawing/2014/main" id="{0D082EC7-0F32-4BFC-8B4A-CF754ECE018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151752" y="6446520"/>
            <a:ext cx="4610100" cy="311150"/>
          </a:xfrm>
          <a:prstGeom prst="rect">
            <a:avLst/>
          </a:prstGeom>
        </p:spPr>
      </p:pic>
    </p:spTree>
    <p:extLst>
      <p:ext uri="{BB962C8B-B14F-4D97-AF65-F5344CB8AC3E}">
        <p14:creationId xmlns:p14="http://schemas.microsoft.com/office/powerpoint/2010/main" val="2242025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11375136"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subTitle" idx="2" hasCustomPrompt="1"/>
          </p:nvPr>
        </p:nvSpPr>
        <p:spPr>
          <a:xfrm>
            <a:off x="457200" y="5040376"/>
            <a:ext cx="11375136"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1">
            <a:extLst>
              <a:ext uri="{FF2B5EF4-FFF2-40B4-BE49-F238E27FC236}">
                <a16:creationId xmlns:a16="http://schemas.microsoft.com/office/drawing/2014/main" id="{778EE4E8-00C6-48DD-8835-1470B6038F0A}"/>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148626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Module Out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ABD6F48-2C14-445B-9FF5-34BB44186A53}"/>
              </a:ext>
            </a:extLst>
          </p:cNvPr>
          <p:cNvSpPr>
            <a:spLocks noGrp="1"/>
          </p:cNvSpPr>
          <p:nvPr>
            <p:ph type="sldNum" idx="97"/>
          </p:nvPr>
        </p:nvSpPr>
        <p:spPr>
          <a:xfrm>
            <a:off x="11347704" y="6446520"/>
            <a:ext cx="484632" cy="228600"/>
          </a:xfrm>
        </p:spPr>
        <p:txBody>
          <a:bodyPr/>
          <a:lstStyle>
            <a:lvl1pPr>
              <a:defRPr>
                <a:solidFill>
                  <a:srgbClr val="232F3E"/>
                </a:solidFill>
                <a:latin typeface="+mn-lt"/>
              </a:defRPr>
            </a:lvl1pPr>
          </a:lstStyle>
          <a:p>
            <a:fld id="{4037B1B0-0345-4E15-985A-6BECCDBE474F}" type="slidenum">
              <a:rPr lang="en-US" smtClean="0"/>
              <a:pPr/>
              <a:t>‹#›</a:t>
            </a:fld>
            <a:endParaRPr lang="en-US" dirty="0"/>
          </a:p>
        </p:txBody>
      </p:sp>
      <p:sp>
        <p:nvSpPr>
          <p:cNvPr id="2" name="Modul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chor="ctr" anchorCtr="0">
            <a:noAutofit/>
          </a:bodyPr>
          <a:lstStyle>
            <a:lvl1pPr marL="0" indent="0">
              <a:spcBef>
                <a:spcPts val="0"/>
              </a:spcBef>
              <a:spcAft>
                <a:spcPts val="0"/>
              </a:spcAft>
              <a:buNone/>
              <a:defRPr sz="2000">
                <a:solidFill>
                  <a:schemeClr val="bg1"/>
                </a:solidFill>
                <a:latin typeface="+mn-lt"/>
              </a:defRPr>
            </a:lvl1pPr>
          </a:lstStyle>
          <a:p>
            <a:pPr lvl="0"/>
            <a:r>
              <a:rPr lang="en-US" dirty="0"/>
              <a:t>Enter Module Title</a:t>
            </a:r>
          </a:p>
        </p:txBody>
      </p:sp>
      <p:sp>
        <p:nvSpPr>
          <p:cNvPr id="4" name="Section Title">
            <a:extLst>
              <a:ext uri="{FF2B5EF4-FFF2-40B4-BE49-F238E27FC236}">
                <a16:creationId xmlns:a16="http://schemas.microsoft.com/office/drawing/2014/main" id="{44A0A5D8-940C-44D0-9D06-4C68FEF7413D}"/>
              </a:ext>
            </a:extLst>
          </p:cNvPr>
          <p:cNvSpPr>
            <a:spLocks noGrp="1"/>
          </p:cNvSpPr>
          <p:nvPr>
            <p:ph type="title" idx="1" hasCustomPrompt="1"/>
          </p:nvPr>
        </p:nvSpPr>
        <p:spPr>
          <a:xfrm>
            <a:off x="365760" y="1541983"/>
            <a:ext cx="8547012" cy="1188720"/>
          </a:xfrm>
        </p:spPr>
        <p:txBody>
          <a:bodyPr/>
          <a:lstStyle>
            <a:lvl1pPr>
              <a:spcBef>
                <a:spcPts val="0"/>
              </a:spcBef>
              <a:spcAft>
                <a:spcPts val="0"/>
              </a:spcAft>
              <a:defRPr>
                <a:solidFill>
                  <a:schemeClr val="bg1"/>
                </a:solidFill>
                <a:latin typeface="Amazon Ember Display Heavy"/>
              </a:defRPr>
            </a:lvl1pPr>
          </a:lstStyle>
          <a:p>
            <a:r>
              <a:rPr lang="en-US" dirty="0"/>
              <a:t>Enter section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914400" y="2743200"/>
            <a:ext cx="7998372" cy="3657600"/>
          </a:xfrm>
        </p:spPr>
        <p:txBody>
          <a:bodyPr/>
          <a:lstStyle>
            <a:lvl1pPr marL="0" indent="0">
              <a:spcBef>
                <a:spcPts val="0"/>
              </a:spcBef>
              <a:spcAft>
                <a:spcPts val="600"/>
              </a:spcAft>
              <a:buNone/>
              <a:defRPr>
                <a:solidFill>
                  <a:schemeClr val="bg1"/>
                </a:solidFill>
                <a:latin typeface="+mn-lt"/>
              </a:defRPr>
            </a:lvl1pPr>
          </a:lstStyle>
          <a:p>
            <a:pPr lvl="0"/>
            <a:r>
              <a:rPr lang="en-US" dirty="0"/>
              <a:t>Enter topic list</a:t>
            </a:r>
          </a:p>
        </p:txBody>
      </p:sp>
      <p:pic>
        <p:nvPicPr>
          <p:cNvPr id="7" name="Copyright1">
            <a:extLst>
              <a:ext uri="{FF2B5EF4-FFF2-40B4-BE49-F238E27FC236}">
                <a16:creationId xmlns:a16="http://schemas.microsoft.com/office/drawing/2014/main" id="{90A2DFBB-3003-4080-87A9-825455A89862}"/>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19"/>
            <a:ext cx="4610100" cy="311150"/>
          </a:xfrm>
          <a:prstGeom prst="rect">
            <a:avLst/>
          </a:prstGeom>
        </p:spPr>
      </p:pic>
    </p:spTree>
    <p:extLst>
      <p:ext uri="{BB962C8B-B14F-4D97-AF65-F5344CB8AC3E}">
        <p14:creationId xmlns:p14="http://schemas.microsoft.com/office/powerpoint/2010/main" val="526271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1709738"/>
            <a:ext cx="11472013" cy="3609846"/>
          </a:xfrm>
        </p:spPr>
        <p:txBody>
          <a:bodyPr anchor="ctr">
            <a:normAutofit/>
          </a:bodyPr>
          <a:lstStyle>
            <a:lvl1pPr>
              <a:spcBef>
                <a:spcPts val="0"/>
              </a:spcBef>
              <a:spcAft>
                <a:spcPts val="0"/>
              </a:spcAft>
              <a:defRPr sz="4000">
                <a:solidFill>
                  <a:schemeClr val="bg1"/>
                </a:solidFill>
                <a:latin typeface="Amazon Ember Display Heavy"/>
              </a:defRPr>
            </a:lvl1pPr>
          </a:lstStyle>
          <a:p>
            <a:r>
              <a:rPr lang="en-US" dirty="0"/>
              <a:t>“Enter quote”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365760" y="5319584"/>
            <a:ext cx="11472013" cy="770066"/>
          </a:xfrm>
        </p:spPr>
        <p:txBody>
          <a:bodyPr/>
          <a:lstStyle>
            <a:lvl1pPr marL="0" indent="0">
              <a:spcBef>
                <a:spcPts val="0"/>
              </a:spcBef>
              <a:spcAft>
                <a:spcPts val="0"/>
              </a:spcAft>
              <a:buNone/>
              <a:defRPr sz="2800">
                <a:solidFill>
                  <a:schemeClr val="bg1"/>
                </a:solidFill>
              </a:defRPr>
            </a:lvl1pPr>
          </a:lstStyle>
          <a:p>
            <a:r>
              <a:rPr lang="en-US" dirty="0"/>
              <a:t>Attribution</a:t>
            </a:r>
          </a:p>
        </p:txBody>
      </p:sp>
      <p:pic>
        <p:nvPicPr>
          <p:cNvPr id="6" name="Copyright2">
            <a:extLst>
              <a:ext uri="{FF2B5EF4-FFF2-40B4-BE49-F238E27FC236}">
                <a16:creationId xmlns:a16="http://schemas.microsoft.com/office/drawing/2014/main" id="{7D4186D3-C2B3-4D1D-8DF1-801C1A413D21}"/>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121861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content</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6" name="Copyright1">
            <a:extLst>
              <a:ext uri="{FF2B5EF4-FFF2-40B4-BE49-F238E27FC236}">
                <a16:creationId xmlns:a16="http://schemas.microsoft.com/office/drawing/2014/main" id="{0BBBF875-E0E3-4837-9CCC-88E0DAFE277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46520"/>
            <a:ext cx="4610100" cy="311150"/>
          </a:xfrm>
          <a:prstGeom prst="rect">
            <a:avLst/>
          </a:prstGeom>
        </p:spPr>
      </p:pic>
    </p:spTree>
    <p:custDataLst>
      <p:tags r:id="rId1"/>
    </p:custDataLst>
    <p:extLst>
      <p:ext uri="{BB962C8B-B14F-4D97-AF65-F5344CB8AC3E}">
        <p14:creationId xmlns:p14="http://schemas.microsoft.com/office/powerpoint/2010/main" val="2526479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E52B1449-9D22-45E9-8E29-DD9653749C2D}"/>
              </a:ext>
            </a:extLst>
          </p:cNvPr>
          <p:cNvSpPr>
            <a:spLocks noGrp="1"/>
          </p:cNvSpPr>
          <p:nvPr>
            <p:ph type="title" idx="1" hasCustomPrompt="1"/>
          </p:nvPr>
        </p:nvSpPr>
        <p:spPr>
          <a:xfrm>
            <a:off x="457200" y="1256247"/>
            <a:ext cx="7998031" cy="4049824"/>
          </a:xfrm>
        </p:spPr>
        <p:txBody>
          <a:bodyPr anchor="ctr">
            <a:noAutofit/>
          </a:bodyPr>
          <a:lstStyle>
            <a:lvl1pPr>
              <a:lnSpc>
                <a:spcPct val="100000"/>
              </a:lnSpc>
              <a:spcBef>
                <a:spcPts val="0"/>
              </a:spcBef>
              <a:defRPr sz="4400">
                <a:solidFill>
                  <a:schemeClr val="bg1"/>
                </a:solidFill>
                <a:latin typeface="Amazon Ember Display Heavy"/>
              </a:defRPr>
            </a:lvl1pPr>
          </a:lstStyle>
          <a:p>
            <a:r>
              <a:rPr lang="en-US" dirty="0"/>
              <a:t>Thank you text</a:t>
            </a:r>
          </a:p>
        </p:txBody>
      </p:sp>
      <p:sp>
        <p:nvSpPr>
          <p:cNvPr id="2" name="Corrections text">
            <a:extLst>
              <a:ext uri="{FF2B5EF4-FFF2-40B4-BE49-F238E27FC236}">
                <a16:creationId xmlns:a16="http://schemas.microsoft.com/office/drawing/2014/main" id="{6A373FD5-C6D5-4BB3-B1C2-AF88C1A95E05}"/>
              </a:ext>
            </a:extLst>
          </p:cNvPr>
          <p:cNvSpPr>
            <a:spLocks noGrp="1"/>
          </p:cNvSpPr>
          <p:nvPr>
            <p:ph type="body" idx="2" hasCustomPrompt="1"/>
          </p:nvPr>
        </p:nvSpPr>
        <p:spPr>
          <a:xfrm>
            <a:off x="457200" y="5305425"/>
            <a:ext cx="7997825" cy="1141413"/>
          </a:xfrm>
        </p:spPr>
        <p:txBody>
          <a:bodyPr>
            <a:noAutofit/>
          </a:bodyPr>
          <a:lstStyle>
            <a:lvl1pPr marL="0" indent="0">
              <a:lnSpc>
                <a:spcPct val="100000"/>
              </a:lnSpc>
              <a:spcBef>
                <a:spcPts val="0"/>
              </a:spcBef>
              <a:spcAft>
                <a:spcPts val="0"/>
              </a:spcAft>
              <a:buClrTx/>
              <a:buSzTx/>
              <a:buFontTx/>
              <a:buNone/>
              <a:tabLst/>
              <a:defRPr lang="en-US" b="0" cap="none" spc="0" baseline="0">
                <a:ln>
                  <a:noFill/>
                </a:ln>
                <a:solidFill>
                  <a:schemeClr val="bg1"/>
                </a:solidFill>
                <a:effectLst/>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pPr marL="0" indent="0">
              <a:lnSpc>
                <a:spcPct val="100000"/>
              </a:lnSpc>
              <a:spcBef>
                <a:spcPts val="0"/>
              </a:spcBef>
              <a:spcAft>
                <a:spcPts val="0"/>
              </a:spcAft>
              <a:buClrTx/>
              <a:buSzTx/>
              <a:buFontTx/>
              <a:buNone/>
              <a:tabLst/>
              <a:defRPr/>
            </a:pPr>
            <a:r>
              <a:rPr lang="en-US" sz="1800" dirty="0">
                <a:solidFill>
                  <a:srgbClr val="F1F3F3"/>
                </a:solidFill>
              </a:rPr>
              <a:t>Type: Corrections, feedback, or other questions? </a:t>
            </a:r>
            <a:br>
              <a:rPr lang="en-US" sz="1800" dirty="0">
                <a:solidFill>
                  <a:srgbClr val="F1F3F3"/>
                </a:solidFill>
              </a:rPr>
            </a:br>
            <a:r>
              <a:rPr lang="en-US" sz="1800" dirty="0">
                <a:solidFill>
                  <a:srgbClr val="F1F3F3"/>
                </a:solidFill>
              </a:rPr>
              <a:t>Contact us at https://support.aws.amazon.com/#/contacts/aws-academy.</a:t>
            </a:r>
          </a:p>
        </p:txBody>
      </p:sp>
      <p:pic>
        <p:nvPicPr>
          <p:cNvPr id="6" name="Copyright1">
            <a:extLst>
              <a:ext uri="{FF2B5EF4-FFF2-40B4-BE49-F238E27FC236}">
                <a16:creationId xmlns:a16="http://schemas.microsoft.com/office/drawing/2014/main" id="{872813F7-982A-459F-982C-723833FAAEAB}"/>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4183191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lnSpc>
                <a:spcPct val="90000"/>
              </a:lnSpc>
              <a:spcAft>
                <a:spcPts val="0"/>
              </a:spcAft>
              <a:defRPr>
                <a:solidFill>
                  <a:srgbClr val="232F3E"/>
                </a:solidFill>
                <a:latin typeface="Amazon Ember Display Heavy"/>
              </a:defRPr>
            </a:lvl1pPr>
          </a:lstStyle>
          <a:p>
            <a:r>
              <a:rPr lang="en-US" dirty="0"/>
              <a:t>Title and text column</a:t>
            </a:r>
          </a:p>
        </p:txBody>
      </p:sp>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rm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65017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and code</a:t>
            </a:r>
          </a:p>
        </p:txBody>
      </p:sp>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11466576" cy="5330952"/>
          </a:xfrm>
        </p:spPr>
        <p:txBody>
          <a:bodyPr>
            <a:noAutofit/>
          </a:bodyPr>
          <a:lstStyle>
            <a:lvl1pPr marL="0" indent="0" defTabSz="228600">
              <a:lnSpc>
                <a:spcPct val="100000"/>
              </a:lnSpc>
              <a:spcBef>
                <a:spcPts val="0"/>
              </a:spcBef>
              <a:spcAft>
                <a:spcPts val="0"/>
              </a:spcAft>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160625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418244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a:defRPr>
            </a:lvl1pPr>
          </a:lstStyle>
          <a:p>
            <a:r>
              <a:rPr lang="en-US" dirty="0"/>
              <a:t>Title, header, text, and picture</a:t>
            </a:r>
          </a:p>
        </p:txBody>
      </p:sp>
      <p:pic>
        <p:nvPicPr>
          <p:cNvPr id="99" name="Background">
            <a:extLst>
              <a:ext uri="{FF2B5EF4-FFF2-40B4-BE49-F238E27FC236}">
                <a16:creationId xmlns:a16="http://schemas.microsoft.com/office/drawing/2014/main" id="{FFFF9C37-F39B-42A9-BBBE-57586150257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072378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Service introduction slide – Option 1</a:t>
            </a:r>
          </a:p>
        </p:txBody>
      </p:sp>
      <p:sp>
        <p:nvSpPr>
          <p:cNvPr id="3" name="Service Image">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531884" y="4508261"/>
            <a:ext cx="2286001" cy="914400"/>
          </a:xfrm>
        </p:spPr>
        <p:txBody>
          <a:bodyPr>
            <a:noAutofit/>
          </a:bodyPr>
          <a:lstStyle>
            <a:lvl1pPr algn="ctr">
              <a:spcAft>
                <a:spcPts val="0"/>
              </a:spcAft>
              <a:buNone/>
              <a:defRPr sz="2000">
                <a:solidFill>
                  <a:srgbClr val="232F3E"/>
                </a:solidFill>
                <a:latin typeface="Amazon Ember Display"/>
              </a:defRPr>
            </a:lvl1pPr>
          </a:lstStyle>
          <a:p>
            <a:pPr lvl="0"/>
            <a:r>
              <a:rPr lang="en-US" dirty="0"/>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3118104" y="1097280"/>
            <a:ext cx="8714232" cy="5330952"/>
          </a:xfrm>
        </p:spPr>
        <p:txBody>
          <a:bodyPr anchor="ctr">
            <a:normAutofit/>
          </a:bodyPr>
          <a:lstStyle>
            <a:lvl1pPr>
              <a:lnSpc>
                <a:spcPct val="100000"/>
              </a:lnSpc>
              <a:spcAft>
                <a:spcPts val="1200"/>
              </a:spcAft>
              <a:defRPr sz="3200">
                <a:solidFill>
                  <a:srgbClr val="232F3E"/>
                </a:solidFill>
              </a:defRPr>
            </a:lvl1pPr>
            <a:lvl2pPr marL="457200" indent="-228600">
              <a:lnSpc>
                <a:spcPct val="100000"/>
              </a:lnSpc>
              <a:spcAft>
                <a:spcPts val="1200"/>
              </a:spcAft>
              <a:defRPr sz="2800">
                <a:solidFill>
                  <a:srgbClr val="232F3E"/>
                </a:solidFill>
              </a:defRPr>
            </a:lvl2pPr>
            <a:lvl3pPr marL="684213" indent="-228600">
              <a:lnSpc>
                <a:spcPct val="100000"/>
              </a:lnSpc>
              <a:spcAft>
                <a:spcPts val="1200"/>
              </a:spcAft>
              <a:defRPr sz="2400">
                <a:solidFill>
                  <a:srgbClr val="232F3E"/>
                </a:solidFill>
              </a:defRPr>
            </a:lvl3pPr>
            <a:lvl4pPr marL="914400" indent="-228600">
              <a:lnSpc>
                <a:spcPct val="100000"/>
              </a:lnSpc>
              <a:spcAft>
                <a:spcPts val="1200"/>
              </a:spcAft>
              <a:defRPr sz="2000">
                <a:solidFill>
                  <a:srgbClr val="232F3E"/>
                </a:solidFill>
              </a:defRPr>
            </a:lvl4pPr>
            <a:lvl5pPr marL="1144588" indent="-228600">
              <a:lnSpc>
                <a:spcPct val="100000"/>
              </a:lnSpc>
              <a:spcAft>
                <a:spcPts val="1200"/>
              </a:spcAft>
              <a:defRPr sz="20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2322782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rvice Introduction Option 2">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47407828-5EAD-4B51-9E63-A3BCA2C02C10}"/>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6" name="Divider H">
              <a:extLst>
                <a:ext uri="{FF2B5EF4-FFF2-40B4-BE49-F238E27FC236}">
                  <a16:creationId xmlns:a16="http://schemas.microsoft.com/office/drawing/2014/main" id="{86EB8EF7-E12A-4724-8CD0-BCD419CC1D7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Divider V">
              <a:extLst>
                <a:ext uri="{FF2B5EF4-FFF2-40B4-BE49-F238E27FC236}">
                  <a16:creationId xmlns:a16="http://schemas.microsoft.com/office/drawing/2014/main" id="{A98871DD-BA51-4D2E-B73C-B53E0040D84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11"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latin typeface="Amazon Ember Display Heavy" panose="04020705040A02060702" pitchFamily="82" charset="0"/>
              </a:rPr>
              <a:t>Service introduction slide – Option 2</a:t>
            </a:r>
          </a:p>
        </p:txBody>
      </p:sp>
      <p:sp>
        <p:nvSpPr>
          <p:cNvPr id="3" name="Service image">
            <a:extLst>
              <a:ext uri="{FF2B5EF4-FFF2-40B4-BE49-F238E27FC236}">
                <a16:creationId xmlns:a16="http://schemas.microsoft.com/office/drawing/2014/main" id="{A8750EE2-55D6-4668-9C14-21FA8D6643EA}"/>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ED5D782A-3E94-4C16-BD1E-13F939926C06}"/>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dirty="0"/>
              <a:t>Enter service name</a:t>
            </a:r>
          </a:p>
        </p:txBody>
      </p:sp>
      <p:sp>
        <p:nvSpPr>
          <p:cNvPr id="2" name="Service description">
            <a:extLst>
              <a:ext uri="{FF2B5EF4-FFF2-40B4-BE49-F238E27FC236}">
                <a16:creationId xmlns:a16="http://schemas.microsoft.com/office/drawing/2014/main" id="{125C2183-0325-4A52-BF1F-38F8AAFA8B4A}"/>
              </a:ext>
            </a:extLst>
          </p:cNvPr>
          <p:cNvSpPr>
            <a:spLocks noGrp="1"/>
          </p:cNvSpPr>
          <p:nvPr>
            <p:ph type="body" idx="2" hasCustomPrompt="1"/>
          </p:nvPr>
        </p:nvSpPr>
        <p:spPr>
          <a:xfrm>
            <a:off x="3118104" y="1097280"/>
            <a:ext cx="8714232" cy="1655064"/>
          </a:xfrm>
        </p:spPr>
        <p:txBody>
          <a:bodyPr tIns="45720" bIns="45720">
            <a:normAutofit/>
          </a:bodyPr>
          <a:lstStyle>
            <a:lvl1pPr marL="0" indent="0">
              <a:lnSpc>
                <a:spcPct val="100000"/>
              </a:lnSpc>
              <a:spcBef>
                <a:spcPts val="0"/>
              </a:spcBef>
              <a:spcAft>
                <a:spcPts val="300"/>
              </a:spcAft>
              <a:buNone/>
              <a:defRPr sz="2400">
                <a:solidFill>
                  <a:srgbClr val="232F3E"/>
                </a:solidFill>
                <a:latin typeface="Amazon Ember Display"/>
              </a:defRPr>
            </a:lvl1pPr>
            <a:lvl2pPr marL="457200" indent="0">
              <a:buNone/>
              <a:defRPr/>
            </a:lvl2pPr>
          </a:lstStyle>
          <a:p>
            <a:pPr lvl="0"/>
            <a:r>
              <a:rPr lang="en-US" dirty="0"/>
              <a:t>Enter service description from our website.</a:t>
            </a:r>
          </a:p>
        </p:txBody>
      </p:sp>
      <p:sp>
        <p:nvSpPr>
          <p:cNvPr id="8" name="Service Benefit 1">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8" hasCustomPrompt="1"/>
          </p:nvPr>
        </p:nvSpPr>
        <p:spPr>
          <a:xfrm>
            <a:off x="3483864"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5" name="Benefit 1 Description">
            <a:extLst>
              <a:ext uri="{FF2B5EF4-FFF2-40B4-BE49-F238E27FC236}">
                <a16:creationId xmlns:a16="http://schemas.microsoft.com/office/drawing/2014/main" id="{CEBB69C5-28A4-4F99-A9FE-572F9D53CF4E}"/>
              </a:ext>
            </a:extLst>
          </p:cNvPr>
          <p:cNvSpPr>
            <a:spLocks noGrp="1"/>
          </p:cNvSpPr>
          <p:nvPr>
            <p:ph type="body" idx="5" hasCustomPrompt="1"/>
          </p:nvPr>
        </p:nvSpPr>
        <p:spPr>
          <a:xfrm>
            <a:off x="3118104"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9" name="Service Benefit 2">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9" hasCustomPrompt="1"/>
          </p:nvPr>
        </p:nvSpPr>
        <p:spPr>
          <a:xfrm>
            <a:off x="6473952"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6" name="Benefit 2 Description">
            <a:extLst>
              <a:ext uri="{FF2B5EF4-FFF2-40B4-BE49-F238E27FC236}">
                <a16:creationId xmlns:a16="http://schemas.microsoft.com/office/drawing/2014/main" id="{04C41CFA-9BF9-474A-89A9-E22790A538E2}"/>
              </a:ext>
            </a:extLst>
          </p:cNvPr>
          <p:cNvSpPr>
            <a:spLocks noGrp="1"/>
          </p:cNvSpPr>
          <p:nvPr>
            <p:ph type="body" idx="6" hasCustomPrompt="1"/>
          </p:nvPr>
        </p:nvSpPr>
        <p:spPr>
          <a:xfrm>
            <a:off x="6108192"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10" name="Service Benefit 3">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10" hasCustomPrompt="1"/>
          </p:nvPr>
        </p:nvSpPr>
        <p:spPr>
          <a:xfrm>
            <a:off x="9454896"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7" name="Benefit 3 Description">
            <a:extLst>
              <a:ext uri="{FF2B5EF4-FFF2-40B4-BE49-F238E27FC236}">
                <a16:creationId xmlns:a16="http://schemas.microsoft.com/office/drawing/2014/main" id="{CF01F87A-DBEF-4657-8500-6A751FF3BC24}"/>
              </a:ext>
            </a:extLst>
          </p:cNvPr>
          <p:cNvSpPr>
            <a:spLocks noGrp="1"/>
          </p:cNvSpPr>
          <p:nvPr>
            <p:ph type="body" idx="7" hasCustomPrompt="1"/>
          </p:nvPr>
        </p:nvSpPr>
        <p:spPr>
          <a:xfrm>
            <a:off x="9089136"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Tree>
    <p:custDataLst>
      <p:tags r:id="rId1"/>
    </p:custDataLst>
    <p:extLst>
      <p:ext uri="{BB962C8B-B14F-4D97-AF65-F5344CB8AC3E}">
        <p14:creationId xmlns:p14="http://schemas.microsoft.com/office/powerpoint/2010/main" val="3548114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content columns</a:t>
            </a:r>
          </a:p>
        </p:txBody>
      </p:sp>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5205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Narrow, and Wi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narrow left, and wide right columns</a:t>
            </a:r>
          </a:p>
        </p:txBody>
      </p:sp>
      <p:pic>
        <p:nvPicPr>
          <p:cNvPr id="99" name="Divider">
            <a:extLst>
              <a:ext uri="{FF2B5EF4-FFF2-40B4-BE49-F238E27FC236}">
                <a16:creationId xmlns:a16="http://schemas.microsoft.com/office/drawing/2014/main" id="{436CF646-2D71-47F1-8550-51446EDEB81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657600"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187952" y="1097280"/>
            <a:ext cx="7644384"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 or Click to add image</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97191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1314593-B97F-4159-BF1C-7D08727B798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code columns</a:t>
            </a:r>
          </a:p>
        </p:txBody>
      </p:sp>
      <p:pic>
        <p:nvPicPr>
          <p:cNvPr id="99" name="Divider">
            <a:extLst>
              <a:ext uri="{FF2B5EF4-FFF2-40B4-BE49-F238E27FC236}">
                <a16:creationId xmlns:a16="http://schemas.microsoft.com/office/drawing/2014/main" id="{25E540B6-8F1E-4977-BD60-59FB7D23F4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Left">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42090080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Header,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and 2 text columns</a:t>
            </a:r>
          </a:p>
        </p:txBody>
      </p:sp>
      <p:pic>
        <p:nvPicPr>
          <p:cNvPr id="99" name="Background">
            <a:extLst>
              <a:ext uri="{FF2B5EF4-FFF2-40B4-BE49-F238E27FC236}">
                <a16:creationId xmlns:a16="http://schemas.microsoft.com/office/drawing/2014/main" id="{B5282040-FA2B-4014-827F-F5B85DA67656}"/>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9395335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2 Headers, and 2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12D9B9CA-678C-44DB-A29A-D7DA4A64C7B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headers, and 2 text columns</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56692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Body1 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1053311"/>
            <a:ext cx="5669280" cy="440329"/>
          </a:xfrm>
          <a:no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0847844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eader, Content, Full Height Picture">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DEF6C79C-9D0E-41C2-AA50-8E21FCE741EA}"/>
              </a:ext>
              <a:ext uri="{C183D7F6-B498-43B3-948B-1728B52AA6E4}">
                <adec:decorative xmlns:adec="http://schemas.microsoft.com/office/drawing/2017/decorative" val="1"/>
              </a:ext>
            </a:extLst>
          </p:cNvPr>
          <p:cNvPicPr>
            <a:picLocks/>
          </p:cNvPicPr>
          <p:nvPr/>
        </p:nvPicPr>
        <p:blipFill rotWithShape="1">
          <a:blip r:embed="rId3">
            <a:extLst>
              <a:ext uri="{28A0092B-C50C-407E-A947-70E740481C1C}">
                <a14:useLocalDpi xmlns:a14="http://schemas.microsoft.com/office/drawing/2010/main" val="0"/>
              </a:ext>
            </a:extLst>
          </a:blip>
          <a:srcRect r="50690"/>
          <a:stretch/>
        </p:blipFill>
        <p:spPr>
          <a:xfrm>
            <a:off x="365761" y="1059966"/>
            <a:ext cx="5663184" cy="459972"/>
          </a:xfrm>
          <a:prstGeom prst="rect">
            <a:avLst/>
          </a:prstGeom>
        </p:spPr>
      </p:pic>
      <p:sp>
        <p:nvSpPr>
          <p:cNvPr id="97" name="Slide Number">
            <a:extLst>
              <a:ext uri="{FF2B5EF4-FFF2-40B4-BE49-F238E27FC236}">
                <a16:creationId xmlns:a16="http://schemas.microsoft.com/office/drawing/2014/main" id="{73F8E55C-0C56-481E-96C0-45506B8577F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content, and full height picture</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1" y="1051560"/>
            <a:ext cx="5669279"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EEA0232A-1E36-4B66-8855-7774205AD335}"/>
              </a:ext>
            </a:extLst>
          </p:cNvPr>
          <p:cNvSpPr>
            <a:spLocks noGrp="1"/>
          </p:cNvSpPr>
          <p:nvPr>
            <p:ph idx="2" hasCustomPrompt="1"/>
          </p:nvPr>
        </p:nvSpPr>
        <p:spPr>
          <a:xfrm>
            <a:off x="365760" y="1554480"/>
            <a:ext cx="5669280" cy="488174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type="pic" idx="22" hasCustomPrompt="1"/>
          </p:nvPr>
        </p:nvSpPr>
        <p:spPr>
          <a:xfrm>
            <a:off x="6163056" y="1046819"/>
            <a:ext cx="5669280" cy="5398103"/>
          </a:xfrm>
        </p:spPr>
        <p:txBody>
          <a:bodyPr anchor="t">
            <a:noAutofit/>
          </a:bodyPr>
          <a:lstStyle>
            <a:lvl1pPr marL="0" indent="0" algn="ctr">
              <a:buNone/>
              <a:defRPr sz="28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368802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173D7629-1A9C-4345-AAF8-04B661B01BFF}"/>
              </a:ext>
              <a:ext uri="{C183D7F6-B498-43B3-948B-1728B52AA6E4}">
                <adec:decorative xmlns:adec="http://schemas.microsoft.com/office/drawing/2017/decorative" val="1"/>
              </a:ext>
            </a:extLst>
          </p:cNvPr>
          <p:cNvGrpSpPr/>
          <p:nvPr/>
        </p:nvGrpSpPr>
        <p:grpSpPr>
          <a:xfrm>
            <a:off x="365759" y="1028377"/>
            <a:ext cx="11484866" cy="2850096"/>
            <a:chOff x="365759" y="1028377"/>
            <a:chExt cx="11484866" cy="2850096"/>
          </a:xfrm>
        </p:grpSpPr>
        <p:pic>
          <p:nvPicPr>
            <p:cNvPr id="96" name="Background">
              <a:extLst>
                <a:ext uri="{FF2B5EF4-FFF2-40B4-BE49-F238E27FC236}">
                  <a16:creationId xmlns:a16="http://schemas.microsoft.com/office/drawing/2014/main" id="{7D5C187B-1A36-4731-9D73-181529A3640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38144"/>
              <a:ext cx="11460480" cy="440329"/>
            </a:xfrm>
            <a:prstGeom prst="rect">
              <a:avLst/>
            </a:prstGeom>
          </p:spPr>
        </p:pic>
        <p:pic>
          <p:nvPicPr>
            <p:cNvPr id="95" name="Divider">
              <a:extLst>
                <a:ext uri="{FF2B5EF4-FFF2-40B4-BE49-F238E27FC236}">
                  <a16:creationId xmlns:a16="http://schemas.microsoft.com/office/drawing/2014/main" id="{2BB9B5CB-6BB1-45BC-9AA7-38BB668B8A35}"/>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pictures, 2 headers, and 2 text columns</a:t>
            </a:r>
          </a:p>
        </p:txBody>
      </p:sp>
      <p:sp>
        <p:nvSpPr>
          <p:cNvPr id="22" name="Picture Left">
            <a:extLst>
              <a:ext uri="{FF2B5EF4-FFF2-40B4-BE49-F238E27FC236}">
                <a16:creationId xmlns:a16="http://schemas.microsoft.com/office/drawing/2014/main" id="{D20A7D1A-2EBE-48DA-AE10-ADAE1FC9C413}"/>
              </a:ext>
              <a:ext uri="{C183D7F6-B498-43B3-948B-1728B52AA6E4}">
                <adec:decorative xmlns:adec="http://schemas.microsoft.com/office/drawing/2017/decorative" val="1"/>
              </a:ext>
            </a:extLst>
          </p:cNvPr>
          <p:cNvSpPr>
            <a:spLocks noGrp="1"/>
          </p:cNvSpPr>
          <p:nvPr>
            <p:ph type="pic" idx="22" hasCustomPrompt="1"/>
          </p:nvPr>
        </p:nvSpPr>
        <p:spPr>
          <a:xfrm>
            <a:off x="205740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38144"/>
            <a:ext cx="566928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Left">
            <a:extLst>
              <a:ext uri="{FF2B5EF4-FFF2-40B4-BE49-F238E27FC236}">
                <a16:creationId xmlns:a16="http://schemas.microsoft.com/office/drawing/2014/main" id="{5ACBD598-6775-4223-B2AB-B169A112E3FF}"/>
              </a:ext>
            </a:extLst>
          </p:cNvPr>
          <p:cNvSpPr>
            <a:spLocks noGrp="1"/>
          </p:cNvSpPr>
          <p:nvPr>
            <p:ph idx="3" hasCustomPrompt="1"/>
          </p:nvPr>
        </p:nvSpPr>
        <p:spPr>
          <a:xfrm>
            <a:off x="365760"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Right">
            <a:extLst>
              <a:ext uri="{FF2B5EF4-FFF2-40B4-BE49-F238E27FC236}">
                <a16:creationId xmlns:a16="http://schemas.microsoft.com/office/drawing/2014/main" id="{0FC9A3C9-76CB-45ED-925D-DF04C6D528DC}"/>
              </a:ext>
              <a:ext uri="{C183D7F6-B498-43B3-948B-1728B52AA6E4}">
                <adec:decorative xmlns:adec="http://schemas.microsoft.com/office/drawing/2017/decorative" val="1"/>
              </a:ext>
            </a:extLst>
          </p:cNvPr>
          <p:cNvSpPr>
            <a:spLocks noGrp="1"/>
          </p:cNvSpPr>
          <p:nvPr>
            <p:ph type="pic" idx="23" hasCustomPrompt="1"/>
          </p:nvPr>
        </p:nvSpPr>
        <p:spPr>
          <a:xfrm>
            <a:off x="7891272"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3438144"/>
            <a:ext cx="5669280" cy="440329"/>
          </a:xfrm>
          <a:no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7F5B85B9-BABC-44F6-B2AE-99F02670D702}"/>
              </a:ext>
            </a:extLst>
          </p:cNvPr>
          <p:cNvSpPr>
            <a:spLocks noGrp="1"/>
          </p:cNvSpPr>
          <p:nvPr>
            <p:ph idx="4" hasCustomPrompt="1"/>
          </p:nvPr>
        </p:nvSpPr>
        <p:spPr>
          <a:xfrm>
            <a:off x="6163056"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832667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 and 3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62D2B2A-D218-4356-AEF2-F7FF405939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3 text columns</a:t>
            </a:r>
          </a:p>
        </p:txBody>
      </p:sp>
      <p:pic>
        <p:nvPicPr>
          <p:cNvPr id="99" name="Divider">
            <a:extLst>
              <a:ext uri="{FF2B5EF4-FFF2-40B4-BE49-F238E27FC236}">
                <a16:creationId xmlns:a16="http://schemas.microsoft.com/office/drawing/2014/main" id="{7EE2A4FF-27FC-4124-82F8-941EBFCC0E4F}"/>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Middle">
            <a:extLst>
              <a:ext uri="{FF2B5EF4-FFF2-40B4-BE49-F238E27FC236}">
                <a16:creationId xmlns:a16="http://schemas.microsoft.com/office/drawing/2014/main" id="{951E617C-D9F7-4098-883E-6A048DBCF862}"/>
              </a:ext>
            </a:extLst>
          </p:cNvPr>
          <p:cNvSpPr>
            <a:spLocks noGrp="1"/>
          </p:cNvSpPr>
          <p:nvPr>
            <p:ph idx="3" hasCustomPrompt="1"/>
          </p:nvPr>
        </p:nvSpPr>
        <p:spPr>
          <a:xfrm>
            <a:off x="4224528"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Right">
            <a:extLst>
              <a:ext uri="{FF2B5EF4-FFF2-40B4-BE49-F238E27FC236}">
                <a16:creationId xmlns:a16="http://schemas.microsoft.com/office/drawing/2014/main" id="{A8A7CEA5-195D-4DB0-B5A3-06CEEA93C108}"/>
              </a:ext>
            </a:extLst>
          </p:cNvPr>
          <p:cNvSpPr>
            <a:spLocks noGrp="1"/>
          </p:cNvSpPr>
          <p:nvPr>
            <p:ph idx="4" hasCustomPrompt="1"/>
          </p:nvPr>
        </p:nvSpPr>
        <p:spPr>
          <a:xfrm>
            <a:off x="8083296"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47102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 3 Headers, and 3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5E94278F-C163-4179-AC1B-35DE088D94AB}"/>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3311"/>
            <a:ext cx="11460480" cy="440329"/>
          </a:xfrm>
          <a:prstGeom prst="rect">
            <a:avLst/>
          </a:prstGeom>
        </p:spPr>
      </p:pic>
      <p:sp>
        <p:nvSpPr>
          <p:cNvPr id="97" name="Slide Number">
            <a:extLst>
              <a:ext uri="{FF2B5EF4-FFF2-40B4-BE49-F238E27FC236}">
                <a16:creationId xmlns:a16="http://schemas.microsoft.com/office/drawing/2014/main" id="{D472F160-9C3B-4BD6-99BB-267BDD7DD31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headers, and 3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8083296" y="1053311"/>
            <a:ext cx="3749040" cy="440329"/>
          </a:xfrm>
          <a:no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8083296" y="1591056"/>
            <a:ext cx="3749040" cy="4843688"/>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5302598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 3 Lg Pics, and 3 Header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60A92DB-4EDE-4A1F-9E58-683E66BD2485}"/>
              </a:ext>
              <a:ext uri="{C183D7F6-B498-43B3-948B-1728B52AA6E4}">
                <adec:decorative xmlns:adec="http://schemas.microsoft.com/office/drawing/2017/decorative" val="1"/>
              </a:ext>
            </a:extLst>
          </p:cNvPr>
          <p:cNvGrpSpPr/>
          <p:nvPr/>
        </p:nvGrpSpPr>
        <p:grpSpPr>
          <a:xfrm>
            <a:off x="353568" y="1028377"/>
            <a:ext cx="11497055" cy="4238575"/>
            <a:chOff x="353568" y="1028377"/>
            <a:chExt cx="11497055" cy="4238575"/>
          </a:xfrm>
        </p:grpSpPr>
        <p:pic>
          <p:nvPicPr>
            <p:cNvPr id="98" name="Background">
              <a:extLst>
                <a:ext uri="{FF2B5EF4-FFF2-40B4-BE49-F238E27FC236}">
                  <a16:creationId xmlns:a16="http://schemas.microsoft.com/office/drawing/2014/main" id="{0A39D91E-8E12-4EDA-A92E-1823DFEBDCA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568" y="4663440"/>
              <a:ext cx="11460480" cy="440329"/>
            </a:xfrm>
            <a:prstGeom prst="rect">
              <a:avLst/>
            </a:prstGeom>
          </p:spPr>
        </p:pic>
        <p:pic>
          <p:nvPicPr>
            <p:cNvPr id="96" name="Divider">
              <a:extLst>
                <a:ext uri="{FF2B5EF4-FFF2-40B4-BE49-F238E27FC236}">
                  <a16:creationId xmlns:a16="http://schemas.microsoft.com/office/drawing/2014/main" id="{07A34186-F2DF-4A02-80D8-2DCF8944E228}"/>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large pictures, and 3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22" hasCustomPrompt="1"/>
          </p:nvPr>
        </p:nvSpPr>
        <p:spPr>
          <a:xfrm>
            <a:off x="1097280"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Amazon Ember Display"/>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4956048"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24" hasCustomPrompt="1"/>
          </p:nvPr>
        </p:nvSpPr>
        <p:spPr>
          <a:xfrm>
            <a:off x="8814816"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083296" y="4663440"/>
            <a:ext cx="3749040" cy="440329"/>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27175455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itle, 3 Picture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 and 3 text columns</a:t>
            </a:r>
          </a:p>
        </p:txBody>
      </p:sp>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3427868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Header, 3 Pictures, and 3 Text Label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3 picture, and 3 labels</a:t>
            </a:r>
          </a:p>
        </p:txBody>
      </p:sp>
      <p:pic>
        <p:nvPicPr>
          <p:cNvPr id="99" name="Divider">
            <a:extLst>
              <a:ext uri="{FF2B5EF4-FFF2-40B4-BE49-F238E27FC236}">
                <a16:creationId xmlns:a16="http://schemas.microsoft.com/office/drawing/2014/main" id="{ED3BCD03-2F61-469D-A4B4-1B61BB21D3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Description">
            <a:extLst>
              <a:ext uri="{FF2B5EF4-FFF2-40B4-BE49-F238E27FC236}">
                <a16:creationId xmlns:a16="http://schemas.microsoft.com/office/drawing/2014/main" id="{125C2183-0325-4A52-BF1F-38F8AAFA8B4A}"/>
              </a:ext>
            </a:extLst>
          </p:cNvPr>
          <p:cNvSpPr>
            <a:spLocks noGrp="1"/>
          </p:cNvSpPr>
          <p:nvPr>
            <p:ph type="body" idx="2"/>
          </p:nvPr>
        </p:nvSpPr>
        <p:spPr>
          <a:xfrm>
            <a:off x="365125" y="1084263"/>
            <a:ext cx="11466576" cy="1158011"/>
          </a:xfrm>
        </p:spPr>
        <p:txBody>
          <a:bodyPr/>
          <a:lstStyle>
            <a:lvl1pPr marL="0" indent="0">
              <a:spcAft>
                <a:spcPts val="0"/>
              </a:spcAft>
              <a:buNone/>
              <a:defRPr>
                <a:solidFill>
                  <a:srgbClr val="232F3E"/>
                </a:solidFill>
                <a:latin typeface="+mn-lt"/>
              </a:defRPr>
            </a:lvl1pPr>
            <a:lvl2pPr marL="457200" indent="0">
              <a:buNone/>
              <a:defRPr/>
            </a:lvl2pPr>
          </a:lstStyle>
          <a:p>
            <a:pPr lvl="0"/>
            <a:r>
              <a:rPr lang="en-US"/>
              <a:t>Edit Master text styles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24426408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3 Pic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pictures, and 3 text columns</a:t>
            </a:r>
          </a:p>
        </p:txBody>
      </p:sp>
      <p:pic>
        <p:nvPicPr>
          <p:cNvPr id="99" name="Divider">
            <a:extLst>
              <a:ext uri="{FF2B5EF4-FFF2-40B4-BE49-F238E27FC236}">
                <a16:creationId xmlns:a16="http://schemas.microsoft.com/office/drawing/2014/main" id="{F8C81323-B9A7-416C-ADF9-5BE9CC234E8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3" hasCustomPrompt="1"/>
          </p:nvPr>
        </p:nvSpPr>
        <p:spPr>
          <a:xfrm>
            <a:off x="4956048"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6446623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3 Pics, 3 Headers, and 3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B67500C0-6D58-4DF1-8F3C-58EFF359ECA6}"/>
              </a:ext>
              <a:ext uri="{C183D7F6-B498-43B3-948B-1728B52AA6E4}">
                <adec:decorative xmlns:adec="http://schemas.microsoft.com/office/drawing/2017/decorative" val="1"/>
              </a:ext>
            </a:extLst>
          </p:cNvPr>
          <p:cNvGrpSpPr/>
          <p:nvPr/>
        </p:nvGrpSpPr>
        <p:grpSpPr>
          <a:xfrm>
            <a:off x="365759" y="1028377"/>
            <a:ext cx="11484864" cy="2875792"/>
            <a:chOff x="365759" y="1028377"/>
            <a:chExt cx="11484864" cy="2875792"/>
          </a:xfrm>
        </p:grpSpPr>
        <p:pic>
          <p:nvPicPr>
            <p:cNvPr id="96" name="Background">
              <a:extLst>
                <a:ext uri="{FF2B5EF4-FFF2-40B4-BE49-F238E27FC236}">
                  <a16:creationId xmlns:a16="http://schemas.microsoft.com/office/drawing/2014/main" id="{7D9831B3-B423-413E-89D0-129775480B7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29000"/>
              <a:ext cx="11460480" cy="440329"/>
            </a:xfrm>
            <a:prstGeom prst="rect">
              <a:avLst/>
            </a:prstGeom>
          </p:spPr>
        </p:pic>
        <p:pic>
          <p:nvPicPr>
            <p:cNvPr id="95" name="Divider">
              <a:extLst>
                <a:ext uri="{FF2B5EF4-FFF2-40B4-BE49-F238E27FC236}">
                  <a16:creationId xmlns:a16="http://schemas.microsoft.com/office/drawing/2014/main" id="{747EDC26-917A-4143-823B-A7407C3FC37D}"/>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1" y="301752"/>
            <a:ext cx="11466576" cy="731318"/>
          </a:xfrm>
        </p:spPr>
        <p:txBody>
          <a:bodyPr/>
          <a:lstStyle>
            <a:lvl1pPr>
              <a:defRPr>
                <a:solidFill>
                  <a:srgbClr val="232F3E"/>
                </a:solidFill>
                <a:latin typeface="Amazon Ember Display Heavy"/>
              </a:defRPr>
            </a:lvl1pPr>
          </a:lstStyle>
          <a:p>
            <a:r>
              <a:rPr lang="en-US" dirty="0"/>
              <a:t>Title, 3 pictures , 3 headers,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4" name="Content Head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101583" y="3429000"/>
            <a:ext cx="374904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289100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Title, 3 images, and 3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images, and 3 text</a:t>
            </a:r>
          </a:p>
        </p:txBody>
      </p:sp>
      <p:pic>
        <p:nvPicPr>
          <p:cNvPr id="99" name="Divider">
            <a:extLst>
              <a:ext uri="{FF2B5EF4-FFF2-40B4-BE49-F238E27FC236}">
                <a16:creationId xmlns:a16="http://schemas.microsoft.com/office/drawing/2014/main" id="{4A7FD274-6B14-4547-8F81-35EB1030AF5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2" name="Conten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3" y="1147406"/>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3" name="Conten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3" y="291750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4" name="Conten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3" y="468467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1000968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Acronym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Acronym Slide</a:t>
            </a:r>
          </a:p>
        </p:txBody>
      </p:sp>
      <p:pic>
        <p:nvPicPr>
          <p:cNvPr id="99" name="Divider">
            <a:extLst>
              <a:ext uri="{FF2B5EF4-FFF2-40B4-BE49-F238E27FC236}">
                <a16:creationId xmlns:a16="http://schemas.microsoft.com/office/drawing/2014/main" id="{E75453ED-071C-4C2B-B7E5-A670D111A54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8" name="Acronym Left Top">
            <a:extLst>
              <a:ext uri="{FF2B5EF4-FFF2-40B4-BE49-F238E27FC236}">
                <a16:creationId xmlns:a16="http://schemas.microsoft.com/office/drawing/2014/main" id="{BFBAFEAE-54DC-4352-A240-FBA7A523B7F4}"/>
              </a:ext>
            </a:extLst>
          </p:cNvPr>
          <p:cNvSpPr>
            <a:spLocks noGrp="1"/>
          </p:cNvSpPr>
          <p:nvPr>
            <p:ph type="body" idx="8" hasCustomPrompt="1"/>
          </p:nvPr>
        </p:nvSpPr>
        <p:spPr>
          <a:xfrm>
            <a:off x="353060"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2" name="Content Lef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94163" y="1096963"/>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233363" indent="0">
              <a:lnSpc>
                <a:spcPct val="100000"/>
              </a:lnSpc>
              <a:spcBef>
                <a:spcPts val="300"/>
              </a:spcBef>
              <a:spcAft>
                <a:spcPts val="600"/>
              </a:spcAft>
              <a:buNone/>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9" name="Acronym Left Middle">
            <a:extLst>
              <a:ext uri="{FF2B5EF4-FFF2-40B4-BE49-F238E27FC236}">
                <a16:creationId xmlns:a16="http://schemas.microsoft.com/office/drawing/2014/main" id="{DF521447-4E72-4F87-B8F3-0A9998B3AC50}"/>
              </a:ext>
            </a:extLst>
          </p:cNvPr>
          <p:cNvSpPr>
            <a:spLocks noGrp="1"/>
          </p:cNvSpPr>
          <p:nvPr>
            <p:ph type="body" idx="9" hasCustomPrompt="1"/>
          </p:nvPr>
        </p:nvSpPr>
        <p:spPr>
          <a:xfrm>
            <a:off x="353060"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3" name="Content Lef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94163"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0" name="Acronym Left Bottom">
            <a:extLst>
              <a:ext uri="{FF2B5EF4-FFF2-40B4-BE49-F238E27FC236}">
                <a16:creationId xmlns:a16="http://schemas.microsoft.com/office/drawing/2014/main" id="{1A869D27-DAC1-4525-9F52-0E454C69A2CC}"/>
              </a:ext>
            </a:extLst>
          </p:cNvPr>
          <p:cNvSpPr>
            <a:spLocks noGrp="1"/>
          </p:cNvSpPr>
          <p:nvPr>
            <p:ph type="body" idx="10" hasCustomPrompt="1"/>
          </p:nvPr>
        </p:nvSpPr>
        <p:spPr>
          <a:xfrm>
            <a:off x="353060"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4" name="Content Lef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94163"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1" name="Acronym Right Top">
            <a:extLst>
              <a:ext uri="{FF2B5EF4-FFF2-40B4-BE49-F238E27FC236}">
                <a16:creationId xmlns:a16="http://schemas.microsoft.com/office/drawing/2014/main" id="{9837C0E6-DDD2-4E65-9314-88432234A7B2}"/>
              </a:ext>
            </a:extLst>
          </p:cNvPr>
          <p:cNvSpPr>
            <a:spLocks noGrp="1"/>
          </p:cNvSpPr>
          <p:nvPr>
            <p:ph type="body" idx="11" hasCustomPrompt="1"/>
          </p:nvPr>
        </p:nvSpPr>
        <p:spPr>
          <a:xfrm>
            <a:off x="6162412"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5" name="Content Right Top">
            <a:extLst>
              <a:ext uri="{FF2B5EF4-FFF2-40B4-BE49-F238E27FC236}">
                <a16:creationId xmlns:a16="http://schemas.microsoft.com/office/drawing/2014/main" id="{90BB8441-20A6-4797-B4CD-C5446F55BFC4}"/>
              </a:ext>
            </a:extLst>
          </p:cNvPr>
          <p:cNvSpPr>
            <a:spLocks noGrp="1"/>
          </p:cNvSpPr>
          <p:nvPr>
            <p:ph type="body" idx="5" hasCustomPrompt="1"/>
          </p:nvPr>
        </p:nvSpPr>
        <p:spPr>
          <a:xfrm>
            <a:off x="7991878" y="1096963"/>
            <a:ext cx="3840480" cy="1737360"/>
          </a:xfrm>
        </p:spPr>
        <p:txBody>
          <a:bodyPr anchor="ctr">
            <a:noAutofit/>
          </a:bodyPr>
          <a:lstStyle>
            <a:lvl1pPr marL="0" indent="0" algn="l" defTabSz="914400" rtl="0" eaLnBrk="1" latinLnBrk="0" hangingPunct="1">
              <a:lnSpc>
                <a:spcPct val="100000"/>
              </a:lnSpc>
              <a:spcBef>
                <a:spcPts val="0"/>
              </a:spcBef>
              <a:spcAft>
                <a:spcPts val="300"/>
              </a:spcAft>
              <a:buFont typeface="Amazon Ember Display"/>
              <a:buNone/>
              <a:defRPr lang="en-US" sz="2000" kern="1200" dirty="0">
                <a:solidFill>
                  <a:srgbClr val="232F3E"/>
                </a:solidFill>
                <a:latin typeface="Amazon Ember Display"/>
                <a:ea typeface="+mn-ea"/>
                <a:cs typeface="+mn-cs"/>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4" name="Acronym Right Middle">
            <a:extLst>
              <a:ext uri="{FF2B5EF4-FFF2-40B4-BE49-F238E27FC236}">
                <a16:creationId xmlns:a16="http://schemas.microsoft.com/office/drawing/2014/main" id="{92570328-F506-4FC2-AE2B-53186B9CA0BF}"/>
              </a:ext>
            </a:extLst>
          </p:cNvPr>
          <p:cNvSpPr>
            <a:spLocks noGrp="1"/>
          </p:cNvSpPr>
          <p:nvPr>
            <p:ph type="body" idx="12" hasCustomPrompt="1"/>
          </p:nvPr>
        </p:nvSpPr>
        <p:spPr>
          <a:xfrm>
            <a:off x="6162412"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6" name="Content Right Middle">
            <a:extLst>
              <a:ext uri="{FF2B5EF4-FFF2-40B4-BE49-F238E27FC236}">
                <a16:creationId xmlns:a16="http://schemas.microsoft.com/office/drawing/2014/main" id="{0FAE0B8A-BC98-4464-9C65-3A47B0A5EACB}"/>
              </a:ext>
            </a:extLst>
          </p:cNvPr>
          <p:cNvSpPr>
            <a:spLocks noGrp="1"/>
          </p:cNvSpPr>
          <p:nvPr>
            <p:ph type="body" idx="6" hasCustomPrompt="1"/>
          </p:nvPr>
        </p:nvSpPr>
        <p:spPr>
          <a:xfrm>
            <a:off x="7991878"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3" name="Acronym Right Bottom">
            <a:extLst>
              <a:ext uri="{FF2B5EF4-FFF2-40B4-BE49-F238E27FC236}">
                <a16:creationId xmlns:a16="http://schemas.microsoft.com/office/drawing/2014/main" id="{724B4804-F3F3-4B62-A0EC-A77D95C244CD}"/>
              </a:ext>
            </a:extLst>
          </p:cNvPr>
          <p:cNvSpPr>
            <a:spLocks noGrp="1"/>
          </p:cNvSpPr>
          <p:nvPr>
            <p:ph type="body" idx="13" hasCustomPrompt="1"/>
          </p:nvPr>
        </p:nvSpPr>
        <p:spPr>
          <a:xfrm>
            <a:off x="6162412"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7" name="Content Right Bottom">
            <a:extLst>
              <a:ext uri="{FF2B5EF4-FFF2-40B4-BE49-F238E27FC236}">
                <a16:creationId xmlns:a16="http://schemas.microsoft.com/office/drawing/2014/main" id="{30387F87-E08F-4DED-BCEC-437402769732}"/>
              </a:ext>
            </a:extLst>
          </p:cNvPr>
          <p:cNvSpPr>
            <a:spLocks noGrp="1"/>
          </p:cNvSpPr>
          <p:nvPr>
            <p:ph type="body" idx="7" hasCustomPrompt="1"/>
          </p:nvPr>
        </p:nvSpPr>
        <p:spPr>
          <a:xfrm>
            <a:off x="7991878"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Tree>
    <p:custDataLst>
      <p:tags r:id="rId1"/>
    </p:custDataLst>
    <p:extLst>
      <p:ext uri="{BB962C8B-B14F-4D97-AF65-F5344CB8AC3E}">
        <p14:creationId xmlns:p14="http://schemas.microsoft.com/office/powerpoint/2010/main" val="6257010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6 images, and 6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6 images, and 6 text boxes</a:t>
            </a:r>
          </a:p>
        </p:txBody>
      </p:sp>
      <p:pic>
        <p:nvPicPr>
          <p:cNvPr id="99" name="Divider">
            <a:extLst>
              <a:ext uri="{FF2B5EF4-FFF2-40B4-BE49-F238E27FC236}">
                <a16:creationId xmlns:a16="http://schemas.microsoft.com/office/drawing/2014/main" id="{D8CEDAC6-2953-4473-BCFC-2357BFF2845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2" name="Content L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4"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L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3" name="Content L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4"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L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4" name="Content L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4"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5" name="Picture R Top">
            <a:extLst>
              <a:ext uri="{FF2B5EF4-FFF2-40B4-BE49-F238E27FC236}">
                <a16:creationId xmlns:a16="http://schemas.microsoft.com/office/drawing/2014/main" id="{2537EBA4-2DD0-426E-A66E-7F0CC3C9A863}"/>
              </a:ext>
              <a:ext uri="{C183D7F6-B498-43B3-948B-1728B52AA6E4}">
                <adec:decorative xmlns:adec="http://schemas.microsoft.com/office/drawing/2017/decorative" val="1"/>
              </a:ext>
            </a:extLst>
          </p:cNvPr>
          <p:cNvSpPr>
            <a:spLocks noGrp="1"/>
          </p:cNvSpPr>
          <p:nvPr>
            <p:ph type="pic" idx="25" hasCustomPrompt="1"/>
          </p:nvPr>
        </p:nvSpPr>
        <p:spPr>
          <a:xfrm>
            <a:off x="6205152"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5" name="Content R Top">
            <a:extLst>
              <a:ext uri="{FF2B5EF4-FFF2-40B4-BE49-F238E27FC236}">
                <a16:creationId xmlns:a16="http://schemas.microsoft.com/office/drawing/2014/main" id="{3124324C-4E3B-473E-85DD-0988B7B4CD52}"/>
              </a:ext>
            </a:extLst>
          </p:cNvPr>
          <p:cNvSpPr>
            <a:spLocks noGrp="1"/>
          </p:cNvSpPr>
          <p:nvPr>
            <p:ph type="body" idx="5" hasCustomPrompt="1"/>
          </p:nvPr>
        </p:nvSpPr>
        <p:spPr>
          <a:xfrm>
            <a:off x="7884436"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6" name="Picture R Middle">
            <a:extLst>
              <a:ext uri="{FF2B5EF4-FFF2-40B4-BE49-F238E27FC236}">
                <a16:creationId xmlns:a16="http://schemas.microsoft.com/office/drawing/2014/main" id="{C2DF48EF-CB9B-4DEC-A978-BD4C5E8A371A}"/>
              </a:ext>
              <a:ext uri="{C183D7F6-B498-43B3-948B-1728B52AA6E4}">
                <adec:decorative xmlns:adec="http://schemas.microsoft.com/office/drawing/2017/decorative" val="1"/>
              </a:ext>
            </a:extLst>
          </p:cNvPr>
          <p:cNvSpPr>
            <a:spLocks noGrp="1"/>
          </p:cNvSpPr>
          <p:nvPr>
            <p:ph type="pic" idx="26" hasCustomPrompt="1"/>
          </p:nvPr>
        </p:nvSpPr>
        <p:spPr>
          <a:xfrm>
            <a:off x="6205152"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6" name="Content R Middle">
            <a:extLst>
              <a:ext uri="{FF2B5EF4-FFF2-40B4-BE49-F238E27FC236}">
                <a16:creationId xmlns:a16="http://schemas.microsoft.com/office/drawing/2014/main" id="{823555B5-F2D8-4708-8578-06784CA9E686}"/>
              </a:ext>
            </a:extLst>
          </p:cNvPr>
          <p:cNvSpPr>
            <a:spLocks noGrp="1"/>
          </p:cNvSpPr>
          <p:nvPr>
            <p:ph type="body" idx="6" hasCustomPrompt="1"/>
          </p:nvPr>
        </p:nvSpPr>
        <p:spPr>
          <a:xfrm>
            <a:off x="7884436"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7" name="Picture R Bottom">
            <a:extLst>
              <a:ext uri="{FF2B5EF4-FFF2-40B4-BE49-F238E27FC236}">
                <a16:creationId xmlns:a16="http://schemas.microsoft.com/office/drawing/2014/main" id="{F1E0B4C9-22CB-4378-B9DD-C97CC3CC37D3}"/>
              </a:ext>
              <a:ext uri="{C183D7F6-B498-43B3-948B-1728B52AA6E4}">
                <adec:decorative xmlns:adec="http://schemas.microsoft.com/office/drawing/2017/decorative" val="1"/>
              </a:ext>
            </a:extLst>
          </p:cNvPr>
          <p:cNvSpPr>
            <a:spLocks noGrp="1"/>
          </p:cNvSpPr>
          <p:nvPr>
            <p:ph type="pic" idx="27" hasCustomPrompt="1"/>
          </p:nvPr>
        </p:nvSpPr>
        <p:spPr>
          <a:xfrm>
            <a:off x="6205152"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7" name="Content R Bottom">
            <a:extLst>
              <a:ext uri="{FF2B5EF4-FFF2-40B4-BE49-F238E27FC236}">
                <a16:creationId xmlns:a16="http://schemas.microsoft.com/office/drawing/2014/main" id="{B8A01145-54CF-4ED7-86C7-2C5968A8E4E9}"/>
              </a:ext>
            </a:extLst>
          </p:cNvPr>
          <p:cNvSpPr>
            <a:spLocks noGrp="1"/>
          </p:cNvSpPr>
          <p:nvPr>
            <p:ph type="body" idx="7" hasCustomPrompt="1"/>
          </p:nvPr>
        </p:nvSpPr>
        <p:spPr>
          <a:xfrm>
            <a:off x="7884436"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35320743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5FE023F-03C4-484F-A300-E408B4FEB8E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4 content columns</a:t>
            </a:r>
          </a:p>
        </p:txBody>
      </p:sp>
      <p:pic>
        <p:nvPicPr>
          <p:cNvPr id="99" name="Divider">
            <a:extLst>
              <a:ext uri="{FF2B5EF4-FFF2-40B4-BE49-F238E27FC236}">
                <a16:creationId xmlns:a16="http://schemas.microsoft.com/office/drawing/2014/main" id="{DA5B3212-A91F-4308-A973-316F80A6A0B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type="body" idx="2" hasCustomPrompt="1"/>
          </p:nvPr>
        </p:nvSpPr>
        <p:spPr>
          <a:xfrm>
            <a:off x="365760"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Center Left">
            <a:extLst>
              <a:ext uri="{FF2B5EF4-FFF2-40B4-BE49-F238E27FC236}">
                <a16:creationId xmlns:a16="http://schemas.microsoft.com/office/drawing/2014/main" id="{951E617C-D9F7-4098-883E-6A048DBCF862}"/>
              </a:ext>
            </a:extLst>
          </p:cNvPr>
          <p:cNvSpPr>
            <a:spLocks noGrp="1"/>
          </p:cNvSpPr>
          <p:nvPr>
            <p:ph type="body" idx="3" hasCustomPrompt="1"/>
          </p:nvPr>
        </p:nvSpPr>
        <p:spPr>
          <a:xfrm>
            <a:off x="3258312"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Center Right">
            <a:extLst>
              <a:ext uri="{FF2B5EF4-FFF2-40B4-BE49-F238E27FC236}">
                <a16:creationId xmlns:a16="http://schemas.microsoft.com/office/drawing/2014/main" id="{A8A7CEA5-195D-4DB0-B5A3-06CEEA93C108}"/>
              </a:ext>
            </a:extLst>
          </p:cNvPr>
          <p:cNvSpPr>
            <a:spLocks noGrp="1"/>
          </p:cNvSpPr>
          <p:nvPr>
            <p:ph type="body" idx="4" hasCustomPrompt="1"/>
          </p:nvPr>
        </p:nvSpPr>
        <p:spPr>
          <a:xfrm>
            <a:off x="6150864"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Right">
            <a:extLst>
              <a:ext uri="{FF2B5EF4-FFF2-40B4-BE49-F238E27FC236}">
                <a16:creationId xmlns:a16="http://schemas.microsoft.com/office/drawing/2014/main" id="{BC11431A-8924-465C-98E0-6E4655C69AA7}"/>
              </a:ext>
            </a:extLst>
          </p:cNvPr>
          <p:cNvSpPr>
            <a:spLocks noGrp="1"/>
          </p:cNvSpPr>
          <p:nvPr>
            <p:ph type="body" idx="5" hasCustomPrompt="1"/>
          </p:nvPr>
        </p:nvSpPr>
        <p:spPr>
          <a:xfrm>
            <a:off x="9043416"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3985460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reserve="1">
  <p:cSld name="Title, 4 Headers, and 4 Text Columns">
    <p:bg>
      <p:bgPr>
        <a:solidFill>
          <a:schemeClr val="bg1"/>
        </a:solidFill>
        <a:effectLst/>
      </p:bgPr>
    </p:bg>
    <p:spTree>
      <p:nvGrpSpPr>
        <p:cNvPr id="1" name=""/>
        <p:cNvGrpSpPr/>
        <p:nvPr/>
      </p:nvGrpSpPr>
      <p:grpSpPr>
        <a:xfrm>
          <a:off x="0" y="0"/>
          <a:ext cx="0" cy="0"/>
          <a:chOff x="0" y="0"/>
          <a:chExt cx="0" cy="0"/>
        </a:xfrm>
      </p:grpSpPr>
      <p:pic>
        <p:nvPicPr>
          <p:cNvPr id="99" name="Background">
            <a:extLst>
              <a:ext uri="{FF2B5EF4-FFF2-40B4-BE49-F238E27FC236}">
                <a16:creationId xmlns:a16="http://schemas.microsoft.com/office/drawing/2014/main" id="{DFFC9D1B-8040-4CD3-B060-07560FFB49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1051560"/>
            <a:ext cx="11484864" cy="457200"/>
          </a:xfrm>
          <a:prstGeom prst="rect">
            <a:avLst/>
          </a:prstGeom>
        </p:spPr>
      </p:pic>
      <p:sp>
        <p:nvSpPr>
          <p:cNvPr id="97" name="Slide Number">
            <a:extLst>
              <a:ext uri="{FF2B5EF4-FFF2-40B4-BE49-F238E27FC236}">
                <a16:creationId xmlns:a16="http://schemas.microsoft.com/office/drawing/2014/main" id="{801112C1-CB8D-4535-B2A1-5048E573106F}"/>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headers, and 4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4408"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Center Left">
            <a:extLst>
              <a:ext uri="{FF2B5EF4-FFF2-40B4-BE49-F238E27FC236}">
                <a16:creationId xmlns:a16="http://schemas.microsoft.com/office/drawing/2014/main" id="{7F5B85B9-BABC-44F6-B2AE-99F02670D702}"/>
              </a:ext>
            </a:extLst>
          </p:cNvPr>
          <p:cNvSpPr>
            <a:spLocks noGrp="1"/>
          </p:cNvSpPr>
          <p:nvPr>
            <p:ph type="body" idx="3" hasCustomPrompt="1"/>
          </p:nvPr>
        </p:nvSpPr>
        <p:spPr>
          <a:xfrm>
            <a:off x="3264408"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Cent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6163056"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6163056"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5" name="Content Header Right">
            <a:extLst>
              <a:ext uri="{FF2B5EF4-FFF2-40B4-BE49-F238E27FC236}">
                <a16:creationId xmlns:a16="http://schemas.microsoft.com/office/drawing/2014/main" id="{ED932AC6-C3A8-487A-A17E-48D0C368204C}"/>
              </a:ext>
            </a:extLst>
          </p:cNvPr>
          <p:cNvSpPr>
            <a:spLocks noGrp="1"/>
          </p:cNvSpPr>
          <p:nvPr>
            <p:ph type="body" idx="15" hasCustomPrompt="1"/>
          </p:nvPr>
        </p:nvSpPr>
        <p:spPr>
          <a:xfrm>
            <a:off x="9061704" y="1051560"/>
            <a:ext cx="2788920" cy="440329"/>
          </a:xfrm>
          <a:no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7CF59EA0-9039-4A19-8197-DA073A0DB52B}"/>
              </a:ext>
            </a:extLst>
          </p:cNvPr>
          <p:cNvSpPr>
            <a:spLocks noGrp="1"/>
          </p:cNvSpPr>
          <p:nvPr>
            <p:ph type="body" idx="5" hasCustomPrompt="1"/>
          </p:nvPr>
        </p:nvSpPr>
        <p:spPr>
          <a:xfrm>
            <a:off x="9061704"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501295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Title, Header, 4 Lg Pic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7"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4 large pictures, and 4 labels</a:t>
            </a:r>
          </a:p>
        </p:txBody>
      </p:sp>
      <p:pic>
        <p:nvPicPr>
          <p:cNvPr id="99" name="Divider">
            <a:extLst>
              <a:ext uri="{FF2B5EF4-FFF2-40B4-BE49-F238E27FC236}">
                <a16:creationId xmlns:a16="http://schemas.microsoft.com/office/drawing/2014/main" id="{59FB098F-E843-4BDC-8C23-7C327B2DE964}"/>
              </a:ext>
              <a:ext uri="{C183D7F6-B498-43B3-948B-1728B52AA6E4}">
                <adec:decorative xmlns:adec="http://schemas.microsoft.com/office/drawing/2017/decorative" val="1"/>
              </a:ext>
            </a:extLst>
          </p:cNvPr>
          <p:cNvPicPr preferRelativeResize="0">
            <a:picLocks/>
          </p:cNvPicPr>
          <p:nvPr/>
        </p:nvPicPr>
        <p:blipFill rotWithShape="1">
          <a:blip r:embed="rId3">
            <a:extLst>
              <a:ext uri="{28A0092B-C50C-407E-A947-70E740481C1C}">
                <a14:useLocalDpi xmlns:a14="http://schemas.microsoft.com/office/drawing/2010/main" val="0"/>
              </a:ext>
            </a:extLst>
          </a:blip>
          <a:srcRect t="70015" r="1112" b="19988"/>
          <a:stretch/>
        </p:blipFill>
        <p:spPr>
          <a:xfrm>
            <a:off x="365760" y="1037751"/>
            <a:ext cx="11466576" cy="45719"/>
          </a:xfrm>
          <a:prstGeom prst="rect">
            <a:avLst/>
          </a:prstGeom>
        </p:spPr>
      </p:pic>
      <p:sp>
        <p:nvSpPr>
          <p:cNvPr id="2" name="Content Top">
            <a:extLst>
              <a:ext uri="{FF2B5EF4-FFF2-40B4-BE49-F238E27FC236}">
                <a16:creationId xmlns:a16="http://schemas.microsoft.com/office/drawing/2014/main" id="{CEBB69C5-28A4-4F99-A9FE-572F9D53CF4E}"/>
              </a:ext>
            </a:extLst>
          </p:cNvPr>
          <p:cNvSpPr>
            <a:spLocks noGrp="1"/>
          </p:cNvSpPr>
          <p:nvPr>
            <p:ph type="body" idx="2" hasCustomPrompt="1"/>
          </p:nvPr>
        </p:nvSpPr>
        <p:spPr>
          <a:xfrm>
            <a:off x="365760" y="1046879"/>
            <a:ext cx="11466576" cy="1099688"/>
          </a:xfrm>
          <a:noFill/>
          <a:ln>
            <a:noFill/>
          </a:ln>
        </p:spPr>
        <p:txBody>
          <a:bodyPr lIns="91440" anchor="ctr">
            <a:normAutofit/>
          </a:bodyPr>
          <a:lstStyle>
            <a:lvl1pPr marL="0" indent="0">
              <a:lnSpc>
                <a:spcPct val="100000"/>
              </a:lnSpc>
              <a:spcBef>
                <a:spcPts val="0"/>
              </a:spcBef>
              <a:spcAft>
                <a:spcPts val="0"/>
              </a:spcAft>
              <a:buNone/>
              <a:defRPr sz="28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38603"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5ACBD598-6775-4223-B2AB-B169A112E3FF}"/>
              </a:ext>
            </a:extLst>
          </p:cNvPr>
          <p:cNvSpPr>
            <a:spLocks noGrp="1"/>
          </p:cNvSpPr>
          <p:nvPr>
            <p:ph type="body" idx="3" hasCustomPrompt="1"/>
          </p:nvPr>
        </p:nvSpPr>
        <p:spPr>
          <a:xfrm>
            <a:off x="365760"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37251"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4" name="Content Center Left">
            <a:extLst>
              <a:ext uri="{FF2B5EF4-FFF2-40B4-BE49-F238E27FC236}">
                <a16:creationId xmlns:a16="http://schemas.microsoft.com/office/drawing/2014/main" id="{7F5B85B9-BABC-44F6-B2AE-99F02670D702}"/>
              </a:ext>
            </a:extLst>
          </p:cNvPr>
          <p:cNvSpPr>
            <a:spLocks noGrp="1"/>
          </p:cNvSpPr>
          <p:nvPr>
            <p:ph type="body" idx="4" hasCustomPrompt="1"/>
          </p:nvPr>
        </p:nvSpPr>
        <p:spPr>
          <a:xfrm>
            <a:off x="3264408"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35899"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5" name="Content Center Right">
            <a:extLst>
              <a:ext uri="{FF2B5EF4-FFF2-40B4-BE49-F238E27FC236}">
                <a16:creationId xmlns:a16="http://schemas.microsoft.com/office/drawing/2014/main" id="{FD28CF85-103D-4AC7-BF7A-D32715F9433A}"/>
              </a:ext>
            </a:extLst>
          </p:cNvPr>
          <p:cNvSpPr>
            <a:spLocks noGrp="1"/>
          </p:cNvSpPr>
          <p:nvPr>
            <p:ph type="body" idx="5" hasCustomPrompt="1"/>
          </p:nvPr>
        </p:nvSpPr>
        <p:spPr>
          <a:xfrm>
            <a:off x="616305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334547"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6" name="Content Right">
            <a:extLst>
              <a:ext uri="{FF2B5EF4-FFF2-40B4-BE49-F238E27FC236}">
                <a16:creationId xmlns:a16="http://schemas.microsoft.com/office/drawing/2014/main" id="{528A167E-DBEB-4BD8-B32A-B1DBF78AA248}"/>
              </a:ext>
            </a:extLst>
          </p:cNvPr>
          <p:cNvSpPr>
            <a:spLocks noGrp="1"/>
          </p:cNvSpPr>
          <p:nvPr>
            <p:ph type="body" idx="6" hasCustomPrompt="1"/>
          </p:nvPr>
        </p:nvSpPr>
        <p:spPr>
          <a:xfrm>
            <a:off x="904341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Tree>
    <p:custDataLst>
      <p:tags r:id="rId1"/>
    </p:custDataLst>
    <p:extLst>
      <p:ext uri="{BB962C8B-B14F-4D97-AF65-F5344CB8AC3E}">
        <p14:creationId xmlns:p14="http://schemas.microsoft.com/office/powerpoint/2010/main" val="16930579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4 Lg Pics, 4 Headers, and 4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0708DD83-40E9-4CDD-ADF1-464460D88C82}"/>
              </a:ext>
              <a:ext uri="{C183D7F6-B498-43B3-948B-1728B52AA6E4}">
                <adec:decorative xmlns:adec="http://schemas.microsoft.com/office/drawing/2017/decorative" val="1"/>
              </a:ext>
            </a:extLst>
          </p:cNvPr>
          <p:cNvGrpSpPr/>
          <p:nvPr/>
        </p:nvGrpSpPr>
        <p:grpSpPr>
          <a:xfrm>
            <a:off x="365759" y="1028377"/>
            <a:ext cx="11484865" cy="2877528"/>
            <a:chOff x="365759" y="1028377"/>
            <a:chExt cx="11484865" cy="2877528"/>
          </a:xfrm>
        </p:grpSpPr>
        <p:pic>
          <p:nvPicPr>
            <p:cNvPr id="96" name="Background">
              <a:extLst>
                <a:ext uri="{FF2B5EF4-FFF2-40B4-BE49-F238E27FC236}">
                  <a16:creationId xmlns:a16="http://schemas.microsoft.com/office/drawing/2014/main" id="{81AD1A9F-B900-4260-B582-AC445A80FAD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3448705"/>
              <a:ext cx="11484864" cy="457200"/>
            </a:xfrm>
            <a:prstGeom prst="rect">
              <a:avLst/>
            </a:prstGeom>
          </p:spPr>
        </p:pic>
        <p:pic>
          <p:nvPicPr>
            <p:cNvPr id="95" name="Divider">
              <a:extLst>
                <a:ext uri="{FF2B5EF4-FFF2-40B4-BE49-F238E27FC236}">
                  <a16:creationId xmlns:a16="http://schemas.microsoft.com/office/drawing/2014/main" id="{B4D28540-5567-49EC-BB23-4B27A199DFB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pictures, 4 headers, and 4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172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128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1360"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Left Center">
            <a:extLst>
              <a:ext uri="{FF2B5EF4-FFF2-40B4-BE49-F238E27FC236}">
                <a16:creationId xmlns:a16="http://schemas.microsoft.com/office/drawing/2014/main" id="{8F2CF915-F007-4E72-A31F-37CC3AA65001}"/>
              </a:ext>
            </a:extLst>
          </p:cNvPr>
          <p:cNvSpPr>
            <a:spLocks noGrp="1"/>
          </p:cNvSpPr>
          <p:nvPr>
            <p:ph type="body" idx="3" hasCustomPrompt="1"/>
          </p:nvPr>
        </p:nvSpPr>
        <p:spPr>
          <a:xfrm>
            <a:off x="32613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145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63057"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6C78D37F-DE17-4FBA-A995-39FC21020DD5}"/>
              </a:ext>
            </a:extLst>
          </p:cNvPr>
          <p:cNvSpPr>
            <a:spLocks noGrp="1"/>
          </p:cNvSpPr>
          <p:nvPr>
            <p:ph type="body" idx="4" hasCustomPrompt="1"/>
          </p:nvPr>
        </p:nvSpPr>
        <p:spPr>
          <a:xfrm>
            <a:off x="6163057"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29487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B17A76EF-1D7E-4BB9-BAFA-8EAA0807E356}"/>
              </a:ext>
            </a:extLst>
          </p:cNvPr>
          <p:cNvSpPr>
            <a:spLocks noGrp="1"/>
          </p:cNvSpPr>
          <p:nvPr>
            <p:ph type="subTitle" idx="15" hasCustomPrompt="1"/>
          </p:nvPr>
        </p:nvSpPr>
        <p:spPr>
          <a:xfrm>
            <a:off x="9043416" y="3465576"/>
            <a:ext cx="2788920" cy="440329"/>
          </a:xfrm>
          <a:no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27E7417F-ED15-4B52-BEED-6B9D37EE656E}"/>
              </a:ext>
            </a:extLst>
          </p:cNvPr>
          <p:cNvSpPr>
            <a:spLocks noGrp="1"/>
          </p:cNvSpPr>
          <p:nvPr>
            <p:ph type="body" idx="5" hasCustomPrompt="1"/>
          </p:nvPr>
        </p:nvSpPr>
        <p:spPr>
          <a:xfrm>
            <a:off x="9043416"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32552628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Title, 4 Sm Pics, 4 Headers, and 4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28F246DA-91CA-4502-BC7A-2F8E9D697FB1}"/>
              </a:ext>
              <a:ext uri="{C183D7F6-B498-43B3-948B-1728B52AA6E4}">
                <adec:decorative xmlns:adec="http://schemas.microsoft.com/office/drawing/2017/decorative" val="1"/>
              </a:ext>
            </a:extLst>
          </p:cNvPr>
          <p:cNvGrpSpPr/>
          <p:nvPr/>
        </p:nvGrpSpPr>
        <p:grpSpPr>
          <a:xfrm>
            <a:off x="365759" y="1028377"/>
            <a:ext cx="11484865" cy="2347997"/>
            <a:chOff x="365759" y="1028377"/>
            <a:chExt cx="11484865" cy="2347997"/>
          </a:xfrm>
        </p:grpSpPr>
        <p:pic>
          <p:nvPicPr>
            <p:cNvPr id="96" name="Background">
              <a:extLst>
                <a:ext uri="{FF2B5EF4-FFF2-40B4-BE49-F238E27FC236}">
                  <a16:creationId xmlns:a16="http://schemas.microsoft.com/office/drawing/2014/main" id="{4AA958CB-79BC-4221-AF92-52A941BCA87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60" y="2919174"/>
              <a:ext cx="11484864" cy="457200"/>
            </a:xfrm>
            <a:prstGeom prst="rect">
              <a:avLst/>
            </a:prstGeom>
          </p:spPr>
        </p:pic>
        <p:pic>
          <p:nvPicPr>
            <p:cNvPr id="95" name="Divider">
              <a:extLst>
                <a:ext uri="{FF2B5EF4-FFF2-40B4-BE49-F238E27FC236}">
                  <a16:creationId xmlns:a16="http://schemas.microsoft.com/office/drawing/2014/main" id="{B776EBEE-87DA-49C8-A876-AA9E9DCA162E}"/>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61D9C16A-E9FD-4A2D-A4D2-A79A6CA8EB58}"/>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4 small pictures, 4 headers, and 4 text fields</a:t>
            </a:r>
          </a:p>
        </p:txBody>
      </p:sp>
      <p:sp>
        <p:nvSpPr>
          <p:cNvPr id="22" name="Picture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845820"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65760"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65760"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3" name="Picture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738372"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58312"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58312"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4" name="Picture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630924"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50864"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50864"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5" name="Picture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23476"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43416" y="2926080"/>
            <a:ext cx="2788920" cy="450294"/>
          </a:xfrm>
          <a:no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43416"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409866848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Title, 4 Lg Pics,and 4 Header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C2DB4ABF-FC80-43CA-AA01-B072E9DC200B}"/>
              </a:ext>
              <a:ext uri="{C183D7F6-B498-43B3-948B-1728B52AA6E4}">
                <adec:decorative xmlns:adec="http://schemas.microsoft.com/office/drawing/2017/decorative" val="1"/>
              </a:ext>
            </a:extLst>
          </p:cNvPr>
          <p:cNvGrpSpPr/>
          <p:nvPr/>
        </p:nvGrpSpPr>
        <p:grpSpPr>
          <a:xfrm>
            <a:off x="365759" y="1028377"/>
            <a:ext cx="11484865" cy="4173818"/>
            <a:chOff x="365759" y="1028377"/>
            <a:chExt cx="11484865" cy="4173818"/>
          </a:xfrm>
        </p:grpSpPr>
        <p:pic>
          <p:nvPicPr>
            <p:cNvPr id="96" name="Divider">
              <a:extLst>
                <a:ext uri="{FF2B5EF4-FFF2-40B4-BE49-F238E27FC236}">
                  <a16:creationId xmlns:a16="http://schemas.microsoft.com/office/drawing/2014/main" id="{F6D00736-4E44-4617-83F3-B5A93F28ED8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Background">
              <a:extLst>
                <a:ext uri="{FF2B5EF4-FFF2-40B4-BE49-F238E27FC236}">
                  <a16:creationId xmlns:a16="http://schemas.microsoft.com/office/drawing/2014/main" id="{37E98482-26B4-4B27-9672-386980590A8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60" y="4744995"/>
              <a:ext cx="11484864" cy="457200"/>
            </a:xfrm>
            <a:prstGeom prst="rect">
              <a:avLst/>
            </a:prstGeom>
          </p:spPr>
        </p:pic>
      </p:grpSp>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large pictures, and 4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365760"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258312"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58312"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150864"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50864"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043416"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Right">
            <a:extLst>
              <a:ext uri="{FF2B5EF4-FFF2-40B4-BE49-F238E27FC236}">
                <a16:creationId xmlns:a16="http://schemas.microsoft.com/office/drawing/2014/main" id="{B17A76EF-1D7E-4BB9-BAFA-8EAA0807E356}"/>
              </a:ext>
            </a:extLst>
          </p:cNvPr>
          <p:cNvSpPr>
            <a:spLocks noGrp="1"/>
          </p:cNvSpPr>
          <p:nvPr>
            <p:ph type="body" idx="15" hasCustomPrompt="1"/>
          </p:nvPr>
        </p:nvSpPr>
        <p:spPr>
          <a:xfrm>
            <a:off x="9043416" y="4764024"/>
            <a:ext cx="2788920" cy="438171"/>
          </a:xfrm>
          <a:no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16805585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Title, 6 Pics, and 6 Text Box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5E62986-2CB5-4C74-BFA0-36B722DD63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36A79036-863F-433F-8D16-845BBBCE41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1 text box, 6 Images, and 6 text boxes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151638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83058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3" name="Picture Top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518160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3" name="Content Top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449580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4" name="Picture Top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8852916"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Top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8167116"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5" name="Picture Bottom Lef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151638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5" name="Content Bottom Lef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83058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6" name="Picture Bottom Center">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518160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Bottom Center">
            <a:extLst>
              <a:ext uri="{FF2B5EF4-FFF2-40B4-BE49-F238E27FC236}">
                <a16:creationId xmlns:a16="http://schemas.microsoft.com/office/drawing/2014/main" id="{4D93D3AB-1EE8-404D-9F8C-ED6967836914}"/>
              </a:ext>
            </a:extLst>
          </p:cNvPr>
          <p:cNvSpPr>
            <a:spLocks noGrp="1"/>
          </p:cNvSpPr>
          <p:nvPr>
            <p:ph type="body" idx="6" hasCustomPrompt="1"/>
          </p:nvPr>
        </p:nvSpPr>
        <p:spPr>
          <a:xfrm>
            <a:off x="449580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7" name="Picture Bottom Right">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8852916"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7" name="Content Bottom Right">
            <a:extLst>
              <a:ext uri="{FF2B5EF4-FFF2-40B4-BE49-F238E27FC236}">
                <a16:creationId xmlns:a16="http://schemas.microsoft.com/office/drawing/2014/main" id="{E00DC7A1-D213-4110-B8F7-671693ED3BA2}"/>
              </a:ext>
            </a:extLst>
          </p:cNvPr>
          <p:cNvSpPr>
            <a:spLocks noGrp="1"/>
          </p:cNvSpPr>
          <p:nvPr>
            <p:ph type="body" idx="7" hasCustomPrompt="1"/>
          </p:nvPr>
        </p:nvSpPr>
        <p:spPr>
          <a:xfrm>
            <a:off x="8167116"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158684019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Title and 8 pictur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6549563-E04B-4657-8321-4C6934FCD32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E705BC3-4D3C-4BF3-801C-BFF823D8CAA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8 pictures</a:t>
            </a:r>
          </a:p>
        </p:txBody>
      </p:sp>
      <p:sp>
        <p:nvSpPr>
          <p:cNvPr id="22" name="Picture 1">
            <a:extLst>
              <a:ext uri="{FF2B5EF4-FFF2-40B4-BE49-F238E27FC236}">
                <a16:creationId xmlns:a16="http://schemas.microsoft.com/office/drawing/2014/main" id="{01E0569B-0304-4CF2-95FE-74EEAC9AEC38}"/>
              </a:ext>
              <a:ext uri="{C183D7F6-B498-43B3-948B-1728B52AA6E4}">
                <adec:decorative xmlns:adec="http://schemas.microsoft.com/office/drawing/2017/decorative" val="1"/>
              </a:ext>
            </a:extLst>
          </p:cNvPr>
          <p:cNvSpPr>
            <a:spLocks noGrp="1"/>
          </p:cNvSpPr>
          <p:nvPr>
            <p:ph type="pic" idx="22" hasCustomPrompt="1"/>
          </p:nvPr>
        </p:nvSpPr>
        <p:spPr>
          <a:xfrm>
            <a:off x="640080"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3" name="Picture 2">
            <a:extLst>
              <a:ext uri="{FF2B5EF4-FFF2-40B4-BE49-F238E27FC236}">
                <a16:creationId xmlns:a16="http://schemas.microsoft.com/office/drawing/2014/main" id="{4E39BCC2-7E6B-49A6-88A7-4389D0876599}"/>
              </a:ext>
              <a:ext uri="{C183D7F6-B498-43B3-948B-1728B52AA6E4}">
                <adec:decorative xmlns:adec="http://schemas.microsoft.com/office/drawing/2017/decorative" val="1"/>
              </a:ext>
            </a:extLst>
          </p:cNvPr>
          <p:cNvSpPr>
            <a:spLocks noGrp="1"/>
          </p:cNvSpPr>
          <p:nvPr>
            <p:ph type="pic" idx="23" hasCustomPrompt="1"/>
          </p:nvPr>
        </p:nvSpPr>
        <p:spPr>
          <a:xfrm>
            <a:off x="3517392"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4" name="Picture 3">
            <a:extLst>
              <a:ext uri="{FF2B5EF4-FFF2-40B4-BE49-F238E27FC236}">
                <a16:creationId xmlns:a16="http://schemas.microsoft.com/office/drawing/2014/main" id="{292A7B23-5883-4A03-AA9E-D7887267A0B5}"/>
              </a:ext>
              <a:ext uri="{C183D7F6-B498-43B3-948B-1728B52AA6E4}">
                <adec:decorative xmlns:adec="http://schemas.microsoft.com/office/drawing/2017/decorative" val="1"/>
              </a:ext>
            </a:extLst>
          </p:cNvPr>
          <p:cNvSpPr>
            <a:spLocks noGrp="1"/>
          </p:cNvSpPr>
          <p:nvPr>
            <p:ph type="pic" idx="24" hasCustomPrompt="1"/>
          </p:nvPr>
        </p:nvSpPr>
        <p:spPr>
          <a:xfrm>
            <a:off x="6394704"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5" name="Picture 4">
            <a:extLst>
              <a:ext uri="{FF2B5EF4-FFF2-40B4-BE49-F238E27FC236}">
                <a16:creationId xmlns:a16="http://schemas.microsoft.com/office/drawing/2014/main" id="{871FBC72-3D16-49CE-BD02-AD416196D37A}"/>
              </a:ext>
              <a:ext uri="{C183D7F6-B498-43B3-948B-1728B52AA6E4}">
                <adec:decorative xmlns:adec="http://schemas.microsoft.com/office/drawing/2017/decorative" val="1"/>
              </a:ext>
            </a:extLst>
          </p:cNvPr>
          <p:cNvSpPr>
            <a:spLocks noGrp="1"/>
          </p:cNvSpPr>
          <p:nvPr>
            <p:ph type="pic" idx="25" hasCustomPrompt="1"/>
          </p:nvPr>
        </p:nvSpPr>
        <p:spPr>
          <a:xfrm>
            <a:off x="9272016"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6" name="Picture 5">
            <a:extLst>
              <a:ext uri="{FF2B5EF4-FFF2-40B4-BE49-F238E27FC236}">
                <a16:creationId xmlns:a16="http://schemas.microsoft.com/office/drawing/2014/main" id="{CCC335E7-FA18-44DB-ACBC-F2DABE9FB384}"/>
              </a:ext>
              <a:ext uri="{C183D7F6-B498-43B3-948B-1728B52AA6E4}">
                <adec:decorative xmlns:adec="http://schemas.microsoft.com/office/drawing/2017/decorative" val="1"/>
              </a:ext>
            </a:extLst>
          </p:cNvPr>
          <p:cNvSpPr>
            <a:spLocks noGrp="1"/>
          </p:cNvSpPr>
          <p:nvPr>
            <p:ph type="pic" idx="26" hasCustomPrompt="1"/>
          </p:nvPr>
        </p:nvSpPr>
        <p:spPr>
          <a:xfrm>
            <a:off x="640080"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7" name="Picture 6">
            <a:extLst>
              <a:ext uri="{FF2B5EF4-FFF2-40B4-BE49-F238E27FC236}">
                <a16:creationId xmlns:a16="http://schemas.microsoft.com/office/drawing/2014/main" id="{BB740650-61A2-4FDC-8700-54D96F01FF5A}"/>
              </a:ext>
              <a:ext uri="{C183D7F6-B498-43B3-948B-1728B52AA6E4}">
                <adec:decorative xmlns:adec="http://schemas.microsoft.com/office/drawing/2017/decorative" val="1"/>
              </a:ext>
            </a:extLst>
          </p:cNvPr>
          <p:cNvSpPr>
            <a:spLocks noGrp="1"/>
          </p:cNvSpPr>
          <p:nvPr>
            <p:ph type="pic" idx="27" hasCustomPrompt="1"/>
          </p:nvPr>
        </p:nvSpPr>
        <p:spPr>
          <a:xfrm>
            <a:off x="3517392"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8" name="Picture 7">
            <a:extLst>
              <a:ext uri="{FF2B5EF4-FFF2-40B4-BE49-F238E27FC236}">
                <a16:creationId xmlns:a16="http://schemas.microsoft.com/office/drawing/2014/main" id="{CA951A10-B648-4F4E-87FD-97FD8FEB4106}"/>
              </a:ext>
              <a:ext uri="{C183D7F6-B498-43B3-948B-1728B52AA6E4}">
                <adec:decorative xmlns:adec="http://schemas.microsoft.com/office/drawing/2017/decorative" val="1"/>
              </a:ext>
            </a:extLst>
          </p:cNvPr>
          <p:cNvSpPr>
            <a:spLocks noGrp="1"/>
          </p:cNvSpPr>
          <p:nvPr>
            <p:ph type="pic" idx="28" hasCustomPrompt="1"/>
          </p:nvPr>
        </p:nvSpPr>
        <p:spPr>
          <a:xfrm>
            <a:off x="6394704"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9" name="Picture 8">
            <a:extLst>
              <a:ext uri="{FF2B5EF4-FFF2-40B4-BE49-F238E27FC236}">
                <a16:creationId xmlns:a16="http://schemas.microsoft.com/office/drawing/2014/main" id="{1F4C4007-9EA0-4D1F-938D-A38B105119E9}"/>
              </a:ext>
              <a:ext uri="{C183D7F6-B498-43B3-948B-1728B52AA6E4}">
                <adec:decorative xmlns:adec="http://schemas.microsoft.com/office/drawing/2017/decorative" val="1"/>
              </a:ext>
            </a:extLst>
          </p:cNvPr>
          <p:cNvSpPr>
            <a:spLocks noGrp="1"/>
          </p:cNvSpPr>
          <p:nvPr>
            <p:ph type="pic" idx="29" hasCustomPrompt="1"/>
          </p:nvPr>
        </p:nvSpPr>
        <p:spPr>
          <a:xfrm>
            <a:off x="9272016"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5360166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Title, 8 Sm Pic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D6BA6E7-5899-45FE-A720-127BD53EEDD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Lst>
          </p:cNvPr>
          <p:cNvSpPr>
            <a:spLocks noGrp="1"/>
          </p:cNvSpPr>
          <p:nvPr>
            <p:ph type="body" idx="16" hasCustomPrompt="1"/>
          </p:nvPr>
        </p:nvSpPr>
        <p:spPr>
          <a:xfrm>
            <a:off x="388620"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Tree>
    <p:custDataLst>
      <p:tags r:id="rId1"/>
    </p:custDataLst>
    <p:extLst>
      <p:ext uri="{BB962C8B-B14F-4D97-AF65-F5344CB8AC3E}">
        <p14:creationId xmlns:p14="http://schemas.microsoft.com/office/powerpoint/2010/main" val="342781245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Title, 8 Sm Pics, 8 Headers, and 8 Text Columns">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935D4C44-4726-4FC3-A8AA-03445F8D8733}"/>
              </a:ext>
              <a:ext uri="{C183D7F6-B498-43B3-948B-1728B52AA6E4}">
                <adec:decorative xmlns:adec="http://schemas.microsoft.com/office/drawing/2017/decorative" val="1"/>
              </a:ext>
            </a:extLst>
          </p:cNvPr>
          <p:cNvGrpSpPr/>
          <p:nvPr/>
        </p:nvGrpSpPr>
        <p:grpSpPr>
          <a:xfrm>
            <a:off x="365759" y="1028377"/>
            <a:ext cx="11484864" cy="4791549"/>
            <a:chOff x="365759" y="1028377"/>
            <a:chExt cx="11484864" cy="4791549"/>
          </a:xfrm>
        </p:grpSpPr>
        <p:pic>
          <p:nvPicPr>
            <p:cNvPr id="96" name="Background">
              <a:extLst>
                <a:ext uri="{FF2B5EF4-FFF2-40B4-BE49-F238E27FC236}">
                  <a16:creationId xmlns:a16="http://schemas.microsoft.com/office/drawing/2014/main" id="{14CBF7C4-FBD4-4D0D-BD04-8E2CD586D72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8620" y="2816120"/>
              <a:ext cx="11443716" cy="320040"/>
            </a:xfrm>
            <a:prstGeom prst="rect">
              <a:avLst/>
            </a:prstGeom>
          </p:spPr>
        </p:pic>
        <p:pic>
          <p:nvPicPr>
            <p:cNvPr id="95" name="Background">
              <a:extLst>
                <a:ext uri="{FF2B5EF4-FFF2-40B4-BE49-F238E27FC236}">
                  <a16:creationId xmlns:a16="http://schemas.microsoft.com/office/drawing/2014/main" id="{1C58BDB7-165B-4517-A042-E46D3D85D196}"/>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88620" y="5499886"/>
              <a:ext cx="11443716" cy="320040"/>
            </a:xfrm>
            <a:prstGeom prst="rect">
              <a:avLst/>
            </a:prstGeom>
          </p:spPr>
        </p:pic>
        <p:pic>
          <p:nvPicPr>
            <p:cNvPr id="94" name="Divider">
              <a:extLst>
                <a:ext uri="{FF2B5EF4-FFF2-40B4-BE49-F238E27FC236}">
                  <a16:creationId xmlns:a16="http://schemas.microsoft.com/office/drawing/2014/main" id="{987C7E22-9002-48C2-9498-CFDECD00E891}"/>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grpSp>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8 headers,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88620"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Top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65932"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Top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43244"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816120"/>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Top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20556"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 uri="{C183D7F6-B498-43B3-948B-1728B52AA6E4}">
                <adec:decorative xmlns:adec="http://schemas.microsoft.com/office/drawing/2017/decorative" val="0"/>
              </a:ext>
            </a:extLst>
          </p:cNvPr>
          <p:cNvSpPr>
            <a:spLocks noGrp="1"/>
          </p:cNvSpPr>
          <p:nvPr>
            <p:ph type="body" idx="16" hasCustomPrompt="1"/>
          </p:nvPr>
        </p:nvSpPr>
        <p:spPr>
          <a:xfrm>
            <a:off x="388620"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6" name="Content Bottom Left">
            <a:extLst>
              <a:ext uri="{FF2B5EF4-FFF2-40B4-BE49-F238E27FC236}">
                <a16:creationId xmlns:a16="http://schemas.microsoft.com/office/drawing/2014/main" id="{4D93D3AB-1EE8-404D-9F8C-ED6967836914}"/>
              </a:ext>
            </a:extLst>
          </p:cNvPr>
          <p:cNvSpPr>
            <a:spLocks noGrp="1"/>
          </p:cNvSpPr>
          <p:nvPr>
            <p:ph type="body" idx="6" hasCustomPrompt="1"/>
          </p:nvPr>
        </p:nvSpPr>
        <p:spPr>
          <a:xfrm>
            <a:off x="388620"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Bottom Left Center">
            <a:extLst>
              <a:ext uri="{FF2B5EF4-FFF2-40B4-BE49-F238E27FC236}">
                <a16:creationId xmlns:a16="http://schemas.microsoft.com/office/drawing/2014/main" id="{E00DC7A1-D213-4110-B8F7-671693ED3BA2}"/>
              </a:ext>
            </a:extLst>
          </p:cNvPr>
          <p:cNvSpPr>
            <a:spLocks noGrp="1"/>
          </p:cNvSpPr>
          <p:nvPr>
            <p:ph type="body" idx="7" hasCustomPrompt="1"/>
          </p:nvPr>
        </p:nvSpPr>
        <p:spPr>
          <a:xfrm>
            <a:off x="3265932"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Bottom Center Right">
            <a:extLst>
              <a:ext uri="{FF2B5EF4-FFF2-40B4-BE49-F238E27FC236}">
                <a16:creationId xmlns:a16="http://schemas.microsoft.com/office/drawing/2014/main" id="{9B368858-C97D-421E-8EFA-7300741447EE}"/>
              </a:ext>
            </a:extLst>
          </p:cNvPr>
          <p:cNvSpPr>
            <a:spLocks noGrp="1"/>
          </p:cNvSpPr>
          <p:nvPr>
            <p:ph type="body" idx="8" hasCustomPrompt="1"/>
          </p:nvPr>
        </p:nvSpPr>
        <p:spPr>
          <a:xfrm>
            <a:off x="6143244"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9" hasCustomPrompt="1"/>
          </p:nvPr>
        </p:nvSpPr>
        <p:spPr>
          <a:xfrm>
            <a:off x="9592056"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301752"/>
          </a:xfrm>
          <a:no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1" name="Content Bottom Right">
            <a:extLst>
              <a:ext uri="{FF2B5EF4-FFF2-40B4-BE49-F238E27FC236}">
                <a16:creationId xmlns:a16="http://schemas.microsoft.com/office/drawing/2014/main" id="{FD06B556-F6DC-4CCE-8B02-F0089954096F}"/>
              </a:ext>
            </a:extLst>
          </p:cNvPr>
          <p:cNvSpPr>
            <a:spLocks noGrp="1"/>
          </p:cNvSpPr>
          <p:nvPr>
            <p:ph type="body" idx="9" hasCustomPrompt="1"/>
          </p:nvPr>
        </p:nvSpPr>
        <p:spPr>
          <a:xfrm>
            <a:off x="9020556"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923038984"/>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layout</a:t>
            </a:r>
          </a:p>
        </p:txBody>
      </p:sp>
    </p:spTree>
    <p:custDataLst>
      <p:tags r:id="rId1"/>
    </p:custDataLst>
    <p:extLst>
      <p:ext uri="{BB962C8B-B14F-4D97-AF65-F5344CB8AC3E}">
        <p14:creationId xmlns:p14="http://schemas.microsoft.com/office/powerpoint/2010/main" val="15523815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 preserve="1">
  <p:cSld name="Title Only Blank">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05A6DC6-12AE-4044-A010-638B96074F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blank layout</a:t>
            </a:r>
          </a:p>
        </p:txBody>
      </p:sp>
    </p:spTree>
    <p:custDataLst>
      <p:tags r:id="rId1"/>
    </p:custDataLst>
    <p:extLst>
      <p:ext uri="{BB962C8B-B14F-4D97-AF65-F5344CB8AC3E}">
        <p14:creationId xmlns:p14="http://schemas.microsoft.com/office/powerpoint/2010/main" val="40240413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x"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26FB18C2-E834-48CB-9414-9609DFCFF50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5D396EB3-B009-41EC-883D-783B45B4000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57831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299526"/>
            <a:ext cx="11466576" cy="289591"/>
          </a:xfrm>
        </p:spPr>
        <p:txBody>
          <a:bodyPr>
            <a:noAutofit/>
          </a:bodyPr>
          <a:lstStyle>
            <a:lvl1pPr>
              <a:defRPr sz="1600">
                <a:solidFill>
                  <a:srgbClr val="232F3E"/>
                </a:solidFill>
                <a:latin typeface="Amazon Ember Display Heavy"/>
              </a:defRPr>
            </a:lvl1pPr>
          </a:lstStyle>
          <a:p>
            <a:r>
              <a:rPr lang="en-US" dirty="0"/>
              <a:t>Architecture layout</a:t>
            </a:r>
          </a:p>
        </p:txBody>
      </p:sp>
    </p:spTree>
    <p:custDataLst>
      <p:tags r:id="rId1"/>
    </p:custDataLst>
    <p:extLst>
      <p:ext uri="{BB962C8B-B14F-4D97-AF65-F5344CB8AC3E}">
        <p14:creationId xmlns:p14="http://schemas.microsoft.com/office/powerpoint/2010/main" val="38923998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4932735-622B-4285-A776-740EAD7E422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0" y="154244"/>
            <a:ext cx="12192000" cy="289591"/>
          </a:xfrm>
        </p:spPr>
        <p:txBody>
          <a:bodyPr>
            <a:normAutofit/>
          </a:bodyPr>
          <a:lstStyle>
            <a:lvl1pPr marL="228600">
              <a:defRPr sz="1600">
                <a:solidFill>
                  <a:srgbClr val="232F3E"/>
                </a:solidFill>
                <a:latin typeface="Amazon Ember Display Heavy"/>
              </a:defRPr>
            </a:lvl1pPr>
          </a:lstStyle>
          <a:p>
            <a:r>
              <a:rPr lang="en-US" dirty="0"/>
              <a:t>Full Image layout</a:t>
            </a:r>
          </a:p>
        </p:txBody>
      </p:sp>
      <p:sp>
        <p:nvSpPr>
          <p:cNvPr id="22" name="Picture">
            <a:extLst>
              <a:ext uri="{FF2B5EF4-FFF2-40B4-BE49-F238E27FC236}">
                <a16:creationId xmlns:a16="http://schemas.microsoft.com/office/drawing/2014/main" id="{3725AF1B-6140-4505-81CD-922F8227415C}"/>
              </a:ext>
              <a:ext uri="{C183D7F6-B498-43B3-948B-1728B52AA6E4}">
                <adec:decorative xmlns:adec="http://schemas.microsoft.com/office/drawing/2017/decorative" val="1"/>
              </a:ext>
            </a:extLst>
          </p:cNvPr>
          <p:cNvSpPr>
            <a:spLocks noGrp="1"/>
          </p:cNvSpPr>
          <p:nvPr>
            <p:ph type="pic" idx="22" hasCustomPrompt="1"/>
          </p:nvPr>
        </p:nvSpPr>
        <p:spPr>
          <a:xfrm>
            <a:off x="0" y="444499"/>
            <a:ext cx="12192000" cy="5979265"/>
          </a:xfrm>
        </p:spPr>
        <p:txBody>
          <a:bodyPr anchor="ctr">
            <a:noAutofit/>
          </a:bodyPr>
          <a:lstStyle>
            <a:lvl1pPr marL="0" indent="0" algn="ctr">
              <a:buNone/>
              <a:defRPr sz="36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9597407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6D2D170-961D-4140-B087-C6CFDF7BBD75}"/>
              </a:ext>
            </a:extLst>
          </p:cNvPr>
          <p:cNvSpPr>
            <a:spLocks noGrp="1"/>
          </p:cNvSpPr>
          <p:nvPr>
            <p:ph type="body" idx="13" hasCustomPrompt="1"/>
          </p:nvPr>
        </p:nvSpPr>
        <p:spPr>
          <a:xfrm>
            <a:off x="4526280" y="472744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49A00690-0DF5-4330-B89B-2C9BBCBD2182}"/>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23762142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KC-Vert-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6"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93617314-864D-45CC-8F94-CE423E6637F9}"/>
              </a:ext>
            </a:extLst>
          </p:cNvPr>
          <p:cNvSpPr>
            <a:spLocks noGrp="1"/>
          </p:cNvSpPr>
          <p:nvPr>
            <p:ph type="body" idx="2" hasCustomPrompt="1"/>
          </p:nvPr>
        </p:nvSpPr>
        <p:spPr>
          <a:xfrm>
            <a:off x="365760" y="1039813"/>
            <a:ext cx="4162425" cy="5407025"/>
          </a:xfrm>
        </p:spPr>
        <p:txBody>
          <a:bodyPr>
            <a:normAutofit/>
          </a:bodyPr>
          <a:lstStyle>
            <a:lvl1pPr marL="0" indent="0" algn="l">
              <a:lnSpc>
                <a:spcPct val="100000"/>
              </a:lnSpc>
              <a:buNone/>
              <a:defRPr sz="2400">
                <a:solidFill>
                  <a:srgbClr val="232F3E"/>
                </a:solidFill>
              </a:defRPr>
            </a:lvl1pPr>
            <a:lvl2pPr algn="l">
              <a:defRPr sz="2000"/>
            </a:lvl2pPr>
            <a:lvl3pPr algn="l">
              <a:defRPr sz="1800"/>
            </a:lvl3pPr>
            <a:lvl4pPr algn="l">
              <a:defRPr sz="1600"/>
            </a:lvl4pPr>
            <a:lvl5pPr algn="l">
              <a:defRPr sz="1600"/>
            </a:lvl5pPr>
          </a:lstStyle>
          <a:p>
            <a:pPr lvl="0"/>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2" hasCustomPrompt="1"/>
          </p:nvPr>
        </p:nvSpPr>
        <p:spPr>
          <a:xfrm>
            <a:off x="4526280" y="472744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3" name="Fifth Resp Text">
            <a:extLst>
              <a:ext uri="{FF2B5EF4-FFF2-40B4-BE49-F238E27FC236}">
                <a16:creationId xmlns:a16="http://schemas.microsoft.com/office/drawing/2014/main" id="{B428E384-92E9-495A-9CAE-E33E3164F939}"/>
              </a:ext>
            </a:extLst>
          </p:cNvPr>
          <p:cNvSpPr>
            <a:spLocks noGrp="1"/>
          </p:cNvSpPr>
          <p:nvPr>
            <p:ph type="body" idx="13" hasCustomPrompt="1"/>
          </p:nvPr>
        </p:nvSpPr>
        <p:spPr>
          <a:xfrm>
            <a:off x="5431536" y="472744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4" name="Sixth Resp #">
            <a:extLst>
              <a:ext uri="{FF2B5EF4-FFF2-40B4-BE49-F238E27FC236}">
                <a16:creationId xmlns:a16="http://schemas.microsoft.com/office/drawing/2014/main" id="{DC41B7B5-B438-4885-90AE-758ABF2CA9F9}"/>
              </a:ext>
            </a:extLst>
          </p:cNvPr>
          <p:cNvSpPr>
            <a:spLocks noGrp="1"/>
          </p:cNvSpPr>
          <p:nvPr>
            <p:ph type="body" idx="14" hasCustomPrompt="1"/>
          </p:nvPr>
        </p:nvSpPr>
        <p:spPr>
          <a:xfrm>
            <a:off x="4526280" y="556869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5" name="Sixth Resp Text">
            <a:extLst>
              <a:ext uri="{FF2B5EF4-FFF2-40B4-BE49-F238E27FC236}">
                <a16:creationId xmlns:a16="http://schemas.microsoft.com/office/drawing/2014/main" id="{09F72B28-4CF6-4FD1-BA4A-5A98215324E2}"/>
              </a:ext>
            </a:extLst>
          </p:cNvPr>
          <p:cNvSpPr>
            <a:spLocks noGrp="1"/>
          </p:cNvSpPr>
          <p:nvPr>
            <p:ph type="body" idx="15" hasCustomPrompt="1"/>
          </p:nvPr>
        </p:nvSpPr>
        <p:spPr>
          <a:xfrm>
            <a:off x="5431536" y="556869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19470469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x" preserve="1">
  <p:cSld name="KC-Vertic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11111"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0794" y="1420597"/>
            <a:ext cx="6723145" cy="4955378"/>
          </a:xfrm>
          <a:noFill/>
        </p:spPr>
        <p:txBody>
          <a:bodyPr lIns="91440" tIns="91440" rIns="182880" bIns="0" anchor="t"/>
          <a:lstStyle>
            <a:lvl1pPr marL="0" indent="0" algn="l">
              <a:lnSpc>
                <a:spcPct val="9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005D2766-8051-4525-B84F-5BD0A1EA30C0}"/>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0886865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reserve="1">
  <p:cSld name="KC-Vert-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19E744-E8A9-4BBA-9A46-E3C8187BE86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Answer and explanation – Option 2</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07808"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1536" y="1417320"/>
            <a:ext cx="6720840" cy="4955378"/>
          </a:xfrm>
          <a:noFill/>
        </p:spPr>
        <p:txBody>
          <a:bodyPr lIns="91440" tIns="91440" rIns="182880" bIns="0" anchor="t"/>
          <a:lstStyle>
            <a:lvl1pPr marL="0" indent="0" algn="l">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265304316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QA-Horizonta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chemeClr val="bg1"/>
                </a:solidFill>
                <a:latin typeface="Amazon Ember Display Heavy"/>
              </a:defRPr>
            </a:lvl1pPr>
          </a:lstStyle>
          <a:p>
            <a:r>
              <a:rPr lang="en-US" dirty="0"/>
              <a:t>Knowledge check</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pic>
        <p:nvPicPr>
          <p:cNvPr id="13" name="Copyright1">
            <a:extLst>
              <a:ext uri="{FF2B5EF4-FFF2-40B4-BE49-F238E27FC236}">
                <a16:creationId xmlns:a16="http://schemas.microsoft.com/office/drawing/2014/main" id="{D612BC5C-D183-4F43-9348-CEF078622BC7}"/>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18162774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A-Horz-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3A540A4D-7B1F-4055-BDC7-7451D12F0E3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rgbClr val="232F3E"/>
                </a:solidFill>
                <a:latin typeface="Amazon Ember Display Heavy"/>
              </a:defRPr>
            </a:lvl1pPr>
          </a:lstStyle>
          <a:p>
            <a:r>
              <a:rPr lang="en-US" dirty="0"/>
              <a:t>Knowledge check – Option 2</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Tree>
    <p:custDataLst>
      <p:tags r:id="rId1"/>
    </p:custDataLst>
    <p:extLst>
      <p:ext uri="{BB962C8B-B14F-4D97-AF65-F5344CB8AC3E}">
        <p14:creationId xmlns:p14="http://schemas.microsoft.com/office/powerpoint/2010/main" val="27479697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55445" cy="498849"/>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7" y="697780"/>
            <a:ext cx="11855445" cy="1328883"/>
          </a:xfrm>
          <a:noFill/>
        </p:spPr>
        <p:txBody>
          <a:bodyPr lIns="91440" tIns="0" rIns="91440" bIns="0">
            <a:normAutofit/>
          </a:bodyPr>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37865" cy="317500"/>
          </a:xfrm>
          <a:noFill/>
          <a:ln>
            <a:noFill/>
          </a:ln>
        </p:spPr>
        <p:txBody>
          <a:bodyPr lIns="91440" rIns="9144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2B452CCE-D69C-498E-9B48-C533DB88BC99}"/>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4271635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KC-Horz-Option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25947" cy="498849"/>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825948" cy="1328883"/>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57678" cy="317500"/>
          </a:xfrm>
          <a:noFill/>
          <a:ln>
            <a:noFill/>
          </a:ln>
        </p:spPr>
        <p:txBody>
          <a:bodyPr lIns="91440" rIns="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27572385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x" preserve="1">
  <p:cSld name="KC-Horizont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771597" cy="1405081"/>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2E0A46E6-23DB-43F3-BD7E-C4579838F24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3429311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 preserve="1">
  <p:cSld name="KC-Horz-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D596AB2-A27E-4CAB-B6E0-353909D02FB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rgbClr val="232F3E"/>
                </a:solidFill>
                <a:latin typeface="Amazon Ember Display Heavy"/>
              </a:defRPr>
            </a:lvl1pPr>
          </a:lstStyle>
          <a:p>
            <a:r>
              <a:rPr lang="en-US" dirty="0"/>
              <a:t>Answer and explanation – Option 1 </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1"/>
            <a:ext cx="11771597" cy="1345520"/>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14802348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DCF8F5D-C71E-4E90-8FF1-79EC1779773B}"/>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vertical text layout (international) </a:t>
            </a:r>
          </a:p>
        </p:txBody>
      </p:sp>
      <p:pic>
        <p:nvPicPr>
          <p:cNvPr id="99" name="Divider">
            <a:extLst>
              <a:ext uri="{FF2B5EF4-FFF2-40B4-BE49-F238E27FC236}">
                <a16:creationId xmlns:a16="http://schemas.microsoft.com/office/drawing/2014/main" id="{4367E5F6-DCA7-4FF7-A05C-EEBE6326C7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1033070"/>
            <a:ext cx="11466576" cy="5389244"/>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6978645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x"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62931EA5-40B0-4775-AC8C-735FB207C77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FDB7DAC-24E1-411C-8D5F-3A7FDF188C1D}"/>
              </a:ext>
            </a:extLst>
          </p:cNvPr>
          <p:cNvSpPr>
            <a:spLocks noGrp="1"/>
          </p:cNvSpPr>
          <p:nvPr>
            <p:ph type="title" idx="1" hasCustomPrompt="1"/>
          </p:nvPr>
        </p:nvSpPr>
        <p:spPr>
          <a:xfrm rot="5400000">
            <a:off x="8202716" y="2805126"/>
            <a:ext cx="6127095" cy="1132145"/>
          </a:xfrm>
        </p:spPr>
        <p:txBody>
          <a:bodyPr/>
          <a:lstStyle>
            <a:lvl1pPr marL="0" marR="0" indent="0" algn="l" defTabSz="914400" rtl="0" eaLnBrk="1" fontAlgn="auto" latinLnBrk="0" hangingPunct="1">
              <a:spcBef>
                <a:spcPct val="0"/>
              </a:spcBef>
              <a:spcAft>
                <a:spcPts val="0"/>
              </a:spcAft>
              <a:buClrTx/>
              <a:buSzTx/>
              <a:buFontTx/>
              <a:buNone/>
              <a:tabLst/>
              <a:defRPr>
                <a:solidFill>
                  <a:srgbClr val="232F3E"/>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pic>
        <p:nvPicPr>
          <p:cNvPr id="99" name="Divider">
            <a:extLst>
              <a:ext uri="{FF2B5EF4-FFF2-40B4-BE49-F238E27FC236}">
                <a16:creationId xmlns:a16="http://schemas.microsoft.com/office/drawing/2014/main" id="{DA666032-E924-4402-8485-DDD5D20112F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7636951" y="3348031"/>
            <a:ext cx="6126480"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307649"/>
            <a:ext cx="10298328" cy="6127095"/>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0513685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564E-12A4-425C-A283-B8B235FFF7C3}"/>
              </a:ext>
            </a:extLst>
          </p:cNvPr>
          <p:cNvSpPr>
            <a:spLocks noGrp="1"/>
          </p:cNvSpPr>
          <p:nvPr>
            <p:ph type="title" hasCustomPrompt="1"/>
          </p:nvPr>
        </p:nvSpPr>
        <p:spPr>
          <a:xfrm>
            <a:off x="365760" y="301751"/>
            <a:ext cx="6613109" cy="6235683"/>
          </a:xfrm>
        </p:spPr>
        <p:txBody>
          <a:bodyPr/>
          <a:lstStyle>
            <a:lvl1pPr algn="ctr">
              <a:defRPr>
                <a:solidFill>
                  <a:schemeClr val="bg1"/>
                </a:solidFill>
              </a:defRPr>
            </a:lvl1pPr>
          </a:lstStyle>
          <a:p>
            <a:r>
              <a:rPr lang="en-US" dirty="0"/>
              <a:t>Any slides that appear following this one are NOT approved for production use.</a:t>
            </a:r>
            <a:br>
              <a:rPr lang="en-US"/>
            </a:br>
            <a:br>
              <a:rPr lang="en-US"/>
            </a:br>
            <a:r>
              <a:rPr lang="en-US"/>
              <a:t>-----------</a:t>
            </a:r>
            <a:br>
              <a:rPr lang="en-US"/>
            </a:br>
            <a:br>
              <a:rPr lang="en-US"/>
            </a:br>
            <a:r>
              <a:rPr lang="en-US"/>
              <a:t>Please </a:t>
            </a:r>
            <a:r>
              <a:rPr lang="en-US" dirty="0"/>
              <a:t>be sure to remove them before you </a:t>
            </a:r>
            <a:r>
              <a:rPr lang="en-US"/>
              <a:t>publish this deck.</a:t>
            </a:r>
            <a:endParaRPr lang="en-US" dirty="0"/>
          </a:p>
        </p:txBody>
      </p:sp>
      <p:sp>
        <p:nvSpPr>
          <p:cNvPr id="3" name="Slide Number Placeholder 2">
            <a:extLst>
              <a:ext uri="{FF2B5EF4-FFF2-40B4-BE49-F238E27FC236}">
                <a16:creationId xmlns:a16="http://schemas.microsoft.com/office/drawing/2014/main" id="{664A4F83-86A8-4C1D-A1E6-8D3A1610F4E7}"/>
              </a:ext>
            </a:extLst>
          </p:cNvPr>
          <p:cNvSpPr>
            <a:spLocks noGrp="1"/>
          </p:cNvSpPr>
          <p:nvPr>
            <p:ph type="sldNum" idx="10"/>
          </p:nvPr>
        </p:nvSpPr>
        <p:spPr/>
        <p:txBody>
          <a:bodyPr/>
          <a:lstStyle/>
          <a:p>
            <a:fld id="{4037B1B0-0345-4E15-985A-6BECCDBE474F}" type="slidenum">
              <a:rPr lang="en-US" smtClean="0"/>
              <a:pPr/>
              <a:t>‹#›</a:t>
            </a:fld>
            <a:endParaRPr lang="en-US" dirty="0"/>
          </a:p>
        </p:txBody>
      </p:sp>
      <p:sp>
        <p:nvSpPr>
          <p:cNvPr id="4" name="Octagon 3">
            <a:extLst>
              <a:ext uri="{FF2B5EF4-FFF2-40B4-BE49-F238E27FC236}">
                <a16:creationId xmlns:a16="http://schemas.microsoft.com/office/drawing/2014/main" id="{A956A5A2-BB71-417D-9961-66F664368EAB}"/>
              </a:ext>
            </a:extLst>
          </p:cNvPr>
          <p:cNvSpPr/>
          <p:nvPr userDrawn="1"/>
        </p:nvSpPr>
        <p:spPr>
          <a:xfrm>
            <a:off x="7348648" y="978647"/>
            <a:ext cx="4360244" cy="4360244"/>
          </a:xfrm>
          <a:prstGeom prst="octag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t>STOP</a:t>
            </a:r>
          </a:p>
        </p:txBody>
      </p:sp>
    </p:spTree>
    <p:extLst>
      <p:ext uri="{BB962C8B-B14F-4D97-AF65-F5344CB8AC3E}">
        <p14:creationId xmlns:p14="http://schemas.microsoft.com/office/powerpoint/2010/main" val="425711854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opic Introduction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rmAutofit/>
          </a:bodyPr>
          <a:lstStyle>
            <a:lvl1pPr algn="ctr">
              <a:defRPr sz="3600">
                <a:solidFill>
                  <a:schemeClr val="bg1"/>
                </a:solidFill>
                <a:latin typeface="Amazon Ember Display Heavy"/>
              </a:defRPr>
            </a:lvl1pPr>
          </a:lstStyle>
          <a:p>
            <a:r>
              <a:rPr lang="en-US" dirty="0"/>
              <a:t>Type title here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rm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7" name="Copyright1">
            <a:extLst>
              <a:ext uri="{FF2B5EF4-FFF2-40B4-BE49-F238E27FC236}">
                <a16:creationId xmlns:a16="http://schemas.microsoft.com/office/drawing/2014/main" id="{844CFF04-049D-40C7-9082-60C6CF7684A8}"/>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46520"/>
            <a:ext cx="4610100" cy="311150"/>
          </a:xfrm>
          <a:prstGeom prst="rect">
            <a:avLst/>
          </a:prstGeom>
        </p:spPr>
      </p:pic>
    </p:spTree>
    <p:custDataLst>
      <p:tags r:id="rId1"/>
    </p:custDataLst>
    <p:extLst>
      <p:ext uri="{BB962C8B-B14F-4D97-AF65-F5344CB8AC3E}">
        <p14:creationId xmlns:p14="http://schemas.microsoft.com/office/powerpoint/2010/main" val="3191058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rvice intro">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noChangeAspect="1"/>
          </p:cNvSpPr>
          <p:nvPr>
            <p:ph type="pic" idx="22" hasCustomPrompt="1"/>
          </p:nvPr>
        </p:nvSpPr>
        <p:spPr>
          <a:xfrm>
            <a:off x="8951074" y="2423160"/>
            <a:ext cx="2011680" cy="201168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38274770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cademyQuestion">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0" y="185995"/>
            <a:ext cx="12192000" cy="535531"/>
          </a:xfrm>
        </p:spPr>
        <p:txBody>
          <a:bodyPr wrap="square" lIns="182880" rIns="182880">
            <a:spAutoFit/>
          </a:bodyPr>
          <a:lstStyle>
            <a:lvl1pPr>
              <a:lnSpc>
                <a:spcPct val="90000"/>
              </a:lnSpc>
              <a:spcAft>
                <a:spcPts val="0"/>
              </a:spcAft>
              <a:defRPr sz="3200">
                <a:solidFill>
                  <a:srgbClr val="232F3E"/>
                </a:solidFill>
                <a:latin typeface="Amazon Ember Display Heavy"/>
              </a:defRPr>
            </a:lvl1pPr>
          </a:lstStyle>
          <a:p>
            <a:r>
              <a:rPr lang="en-US" dirty="0"/>
              <a:t>Title and text column</a:t>
            </a:r>
          </a:p>
        </p:txBody>
      </p:sp>
      <p:sp>
        <p:nvSpPr>
          <p:cNvPr id="7" name="Text Placeholder 6">
            <a:extLst>
              <a:ext uri="{FF2B5EF4-FFF2-40B4-BE49-F238E27FC236}">
                <a16:creationId xmlns:a16="http://schemas.microsoft.com/office/drawing/2014/main" id="{4F12F17D-55AD-4982-8FE2-C0E80D143499}"/>
              </a:ext>
            </a:extLst>
          </p:cNvPr>
          <p:cNvSpPr>
            <a:spLocks noGrp="1"/>
          </p:cNvSpPr>
          <p:nvPr>
            <p:ph type="body" sz="quarter" idx="98" hasCustomPrompt="1"/>
          </p:nvPr>
        </p:nvSpPr>
        <p:spPr>
          <a:xfrm>
            <a:off x="0" y="721526"/>
            <a:ext cx="12192000" cy="1463040"/>
          </a:xfrm>
          <a:solidFill>
            <a:schemeClr val="accent1"/>
          </a:solidFill>
        </p:spPr>
        <p:txBody>
          <a:bodyPr lIns="182880" tIns="91440" rIns="182880" bIns="91440">
            <a:noAutofit/>
          </a:bodyPr>
          <a:lstStyle>
            <a:lvl1pPr marL="0" indent="0">
              <a:lnSpc>
                <a:spcPct val="100000"/>
              </a:lnSpc>
              <a:spcAft>
                <a:spcPts val="600"/>
              </a:spcAft>
              <a:buNone/>
              <a:defRPr sz="160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Enter question text here</a:t>
            </a:r>
          </a:p>
        </p:txBody>
      </p:sp>
    </p:spTree>
    <p:custDataLst>
      <p:tags r:id="rId1"/>
    </p:custDataLst>
    <p:extLst>
      <p:ext uri="{BB962C8B-B14F-4D97-AF65-F5344CB8AC3E}">
        <p14:creationId xmlns:p14="http://schemas.microsoft.com/office/powerpoint/2010/main" val="856589782"/>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4.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2.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3">
            <a:lum/>
          </a:blip>
          <a:srcRect/>
          <a:stretch>
            <a:fillRect/>
          </a:stretch>
        </a:blipFill>
        <a:effectLst/>
      </p:bgPr>
    </p:bg>
    <p:spTree>
      <p:nvGrpSpPr>
        <p:cNvPr id="1" name=""/>
        <p:cNvGrpSpPr/>
        <p:nvPr/>
      </p:nvGrpSpPr>
      <p:grpSpPr>
        <a:xfrm>
          <a:off x="0" y="0"/>
          <a:ext cx="0" cy="0"/>
          <a:chOff x="0" y="0"/>
          <a:chExt cx="0" cy="0"/>
        </a:xfrm>
      </p:grpSpPr>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dirty="0"/>
              <a:t>Click to edit Master title style</a:t>
            </a:r>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dirty="0"/>
              <a:t>Edit Master text styles</a:t>
            </a:r>
          </a:p>
          <a:p>
            <a:pPr marL="457200" lvl="1" indent="-230188" defTabSz="228600">
              <a:lnSpc>
                <a:spcPct val="100000"/>
              </a:lnSpc>
              <a:spcAft>
                <a:spcPts val="600"/>
              </a:spcAft>
              <a:buFont typeface="Amazon Ember Display"/>
            </a:pPr>
            <a:r>
              <a:rPr lang="en-US" dirty="0"/>
              <a:t>Second level</a:t>
            </a:r>
          </a:p>
          <a:p>
            <a:pPr marL="685800" lvl="2" indent="-230188" defTabSz="228600">
              <a:lnSpc>
                <a:spcPct val="100000"/>
              </a:lnSpc>
              <a:spcAft>
                <a:spcPts val="600"/>
              </a:spcAft>
              <a:buFont typeface="Amazon Ember Display"/>
            </a:pPr>
            <a:r>
              <a:rPr lang="en-US" dirty="0"/>
              <a:t>Third level</a:t>
            </a:r>
          </a:p>
          <a:p>
            <a:pPr marL="914400" lvl="3" indent="-230188" defTabSz="228600">
              <a:lnSpc>
                <a:spcPct val="100000"/>
              </a:lnSpc>
              <a:spcAft>
                <a:spcPts val="600"/>
              </a:spcAft>
              <a:buFont typeface="Amazon Ember Display"/>
            </a:pPr>
            <a:r>
              <a:rPr lang="en-US" dirty="0"/>
              <a:t>Fourth level</a:t>
            </a:r>
          </a:p>
          <a:p>
            <a:pPr marL="1143000" lvl="4" indent="-230188" defTabSz="228600">
              <a:lnSpc>
                <a:spcPct val="100000"/>
              </a:lnSpc>
              <a:spcAft>
                <a:spcPts val="600"/>
              </a:spcAft>
              <a:buFont typeface="Amazon Ember Display"/>
            </a:pPr>
            <a:r>
              <a:rPr lang="en-US" dirty="0"/>
              <a:t>Fifth level</a:t>
            </a:r>
          </a:p>
        </p:txBody>
      </p:sp>
      <p:pic>
        <p:nvPicPr>
          <p:cNvPr id="98" name="AWS Logo">
            <a:extLst>
              <a:ext uri="{FF2B5EF4-FFF2-40B4-BE49-F238E27FC236}">
                <a16:creationId xmlns:a16="http://schemas.microsoft.com/office/drawing/2014/main" id="{9E7E1626-AACF-488B-8999-ACEC2A595C0B}"/>
              </a:ext>
              <a:ext uri="{C183D7F6-B498-43B3-948B-1728B52AA6E4}">
                <adec:decorative xmlns:adec="http://schemas.microsoft.com/office/drawing/2017/decorative" val="1"/>
              </a:ext>
            </a:extLst>
          </p:cNvPr>
          <p:cNvPicPr>
            <a:picLocks noChangeAspect="1"/>
          </p:cNvPicPr>
          <p:nvPr/>
        </p:nvPicPr>
        <p:blipFill>
          <a:blip r:embed="rId64">
            <a:extLst>
              <a:ext uri="{96DAC541-7B7A-43D3-8B79-37D633B846F1}">
                <asvg:svgBlip xmlns:asvg="http://schemas.microsoft.com/office/drawing/2016/SVG/main" r:embed="rId65"/>
              </a:ext>
            </a:extLst>
          </a:blip>
          <a:stretch>
            <a:fillRect/>
          </a:stretch>
        </p:blipFill>
        <p:spPr>
          <a:xfrm>
            <a:off x="243599" y="6445721"/>
            <a:ext cx="366979" cy="219456"/>
          </a:xfrm>
          <a:prstGeom prst="rect">
            <a:avLst/>
          </a:prstGeom>
        </p:spPr>
      </p:pic>
      <p:pic>
        <p:nvPicPr>
          <p:cNvPr id="6" name="Copyright1">
            <a:extLst>
              <a:ext uri="{FF2B5EF4-FFF2-40B4-BE49-F238E27FC236}">
                <a16:creationId xmlns:a16="http://schemas.microsoft.com/office/drawing/2014/main" id="{C320C759-D5D0-424F-9E65-06BA1C6E83D1}"/>
              </a:ext>
              <a:ext uri="{C183D7F6-B498-43B3-948B-1728B52AA6E4}">
                <adec:decorative xmlns:adec="http://schemas.microsoft.com/office/drawing/2017/decorative" val="1"/>
              </a:ext>
            </a:extLst>
          </p:cNvPr>
          <p:cNvPicPr>
            <a:picLocks/>
          </p:cNvPicPr>
          <p:nvPr userDrawn="1"/>
        </p:nvPicPr>
        <p:blipFill>
          <a:blip r:embed="rId66">
            <a:extLst>
              <a:ext uri="{28A0092B-C50C-407E-A947-70E740481C1C}">
                <a14:useLocalDpi xmlns:a14="http://schemas.microsoft.com/office/drawing/2010/main" val="0"/>
              </a:ext>
            </a:extLst>
          </a:blip>
          <a:stretch>
            <a:fillRect/>
          </a:stretch>
        </p:blipFill>
        <p:spPr>
          <a:xfrm>
            <a:off x="3787140" y="6446520"/>
            <a:ext cx="4610100" cy="311150"/>
          </a:xfrm>
          <a:prstGeom prst="rect">
            <a:avLst/>
          </a:prstGeom>
        </p:spPr>
      </p:pic>
    </p:spTree>
    <p:extLst>
      <p:ext uri="{BB962C8B-B14F-4D97-AF65-F5344CB8AC3E}">
        <p14:creationId xmlns:p14="http://schemas.microsoft.com/office/powerpoint/2010/main" val="1510290783"/>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5" r:id="rId6"/>
    <p:sldLayoutId id="2147484319" r:id="rId7"/>
    <p:sldLayoutId id="2147484267" r:id="rId8"/>
    <p:sldLayoutId id="2147484268" r:id="rId9"/>
    <p:sldLayoutId id="2147484269" r:id="rId10"/>
    <p:sldLayoutId id="2147484270" r:id="rId11"/>
    <p:sldLayoutId id="2147484271" r:id="rId12"/>
    <p:sldLayoutId id="2147484272" r:id="rId13"/>
    <p:sldLayoutId id="2147484273" r:id="rId14"/>
    <p:sldLayoutId id="2147484274" r:id="rId15"/>
    <p:sldLayoutId id="2147484275" r:id="rId16"/>
    <p:sldLayoutId id="2147484276" r:id="rId17"/>
    <p:sldLayoutId id="2147484277" r:id="rId18"/>
    <p:sldLayoutId id="2147484278" r:id="rId19"/>
    <p:sldLayoutId id="2147484279" r:id="rId20"/>
    <p:sldLayoutId id="2147484280" r:id="rId21"/>
    <p:sldLayoutId id="2147484281" r:id="rId22"/>
    <p:sldLayoutId id="2147484282" r:id="rId23"/>
    <p:sldLayoutId id="2147484283" r:id="rId24"/>
    <p:sldLayoutId id="2147484284" r:id="rId25"/>
    <p:sldLayoutId id="2147484285" r:id="rId26"/>
    <p:sldLayoutId id="2147484286" r:id="rId27"/>
    <p:sldLayoutId id="2147484287" r:id="rId28"/>
    <p:sldLayoutId id="2147484288" r:id="rId29"/>
    <p:sldLayoutId id="2147484289" r:id="rId30"/>
    <p:sldLayoutId id="2147484290" r:id="rId31"/>
    <p:sldLayoutId id="2147484291" r:id="rId32"/>
    <p:sldLayoutId id="2147484292" r:id="rId33"/>
    <p:sldLayoutId id="2147484293" r:id="rId34"/>
    <p:sldLayoutId id="2147484294" r:id="rId35"/>
    <p:sldLayoutId id="2147484295" r:id="rId36"/>
    <p:sldLayoutId id="2147484296" r:id="rId37"/>
    <p:sldLayoutId id="2147484297" r:id="rId38"/>
    <p:sldLayoutId id="2147484298" r:id="rId39"/>
    <p:sldLayoutId id="2147484299" r:id="rId40"/>
    <p:sldLayoutId id="2147484300" r:id="rId41"/>
    <p:sldLayoutId id="2147484301" r:id="rId42"/>
    <p:sldLayoutId id="2147484302" r:id="rId43"/>
    <p:sldLayoutId id="2147484303" r:id="rId44"/>
    <p:sldLayoutId id="2147484304" r:id="rId45"/>
    <p:sldLayoutId id="2147484305" r:id="rId46"/>
    <p:sldLayoutId id="2147484306" r:id="rId47"/>
    <p:sldLayoutId id="2147484307" r:id="rId48"/>
    <p:sldLayoutId id="2147484308" r:id="rId49"/>
    <p:sldLayoutId id="2147484309" r:id="rId50"/>
    <p:sldLayoutId id="2147484310" r:id="rId51"/>
    <p:sldLayoutId id="2147484311" r:id="rId52"/>
    <p:sldLayoutId id="2147484312" r:id="rId53"/>
    <p:sldLayoutId id="2147484313" r:id="rId54"/>
    <p:sldLayoutId id="2147484314" r:id="rId55"/>
    <p:sldLayoutId id="2147484315" r:id="rId56"/>
    <p:sldLayoutId id="2147484316" r:id="rId57"/>
    <p:sldLayoutId id="2147483809" r:id="rId58"/>
    <p:sldLayoutId id="2147484317" r:id="rId59"/>
    <p:sldLayoutId id="2147484318" r:id="rId60"/>
    <p:sldLayoutId id="2147484320" r:id="rId61"/>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5.xml"/><Relationship Id="rId4"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penmetsagajendravarma/DSCI-6007-01-Final-Project" TargetMode="External"/><Relationship Id="rId2" Type="http://schemas.openxmlformats.org/officeDocument/2006/relationships/notesSlide" Target="../notesSlides/notesSlide5.xml"/><Relationship Id="rId1" Type="http://schemas.openxmlformats.org/officeDocument/2006/relationships/slideLayout" Target="../slideLayouts/slideLayout59.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1">
            <a:extLst>
              <a:ext uri="{FF2B5EF4-FFF2-40B4-BE49-F238E27FC236}">
                <a16:creationId xmlns:a16="http://schemas.microsoft.com/office/drawing/2014/main" id="{D560DC2D-C906-37B5-5178-E9BA113D0A02}"/>
              </a:ext>
            </a:extLst>
          </p:cNvPr>
          <p:cNvSpPr>
            <a:spLocks noGrp="1"/>
          </p:cNvSpPr>
          <p:nvPr>
            <p:ph type="sldNum" idx="97"/>
          </p:nvPr>
        </p:nvSpPr>
        <p:spPr>
          <a:xfrm>
            <a:off x="11347704" y="6446520"/>
            <a:ext cx="484632" cy="228600"/>
          </a:xfrm>
        </p:spPr>
        <p:txBody>
          <a:bodyPr/>
          <a:lstStyle/>
          <a:p>
            <a:pPr>
              <a:spcAft>
                <a:spcPts val="600"/>
              </a:spcAft>
            </a:pPr>
            <a:fld id="{4037B1B0-0345-4E15-985A-6BECCDBE474F}" type="slidenum">
              <a:rPr lang="en-US" smtClean="0"/>
              <a:pPr>
                <a:spcAft>
                  <a:spcPts val="600"/>
                </a:spcAft>
              </a:pPr>
              <a:t>1</a:t>
            </a:fld>
            <a:endParaRPr lang="en-US"/>
          </a:p>
        </p:txBody>
      </p:sp>
      <p:sp>
        <p:nvSpPr>
          <p:cNvPr id="12" name="Title">
            <a:extLst>
              <a:ext uri="{FF2B5EF4-FFF2-40B4-BE49-F238E27FC236}">
                <a16:creationId xmlns:a16="http://schemas.microsoft.com/office/drawing/2014/main" id="{C341766F-F436-46E9-A30C-DB5888AD0AA7}"/>
              </a:ext>
            </a:extLst>
          </p:cNvPr>
          <p:cNvSpPr>
            <a:spLocks noGrp="1"/>
          </p:cNvSpPr>
          <p:nvPr>
            <p:ph type="title" idx="1"/>
          </p:nvPr>
        </p:nvSpPr>
        <p:spPr>
          <a:xfrm>
            <a:off x="365760" y="949316"/>
            <a:ext cx="8547012" cy="1188720"/>
          </a:xfrm>
        </p:spPr>
        <p:txBody>
          <a:bodyPr anchor="ctr">
            <a:normAutofit/>
          </a:bodyPr>
          <a:lstStyle/>
          <a:p>
            <a:r>
              <a:rPr lang="en-US" dirty="0"/>
              <a:t>Final Project-DSCI 6007-01-Team02</a:t>
            </a:r>
          </a:p>
        </p:txBody>
      </p:sp>
      <p:sp>
        <p:nvSpPr>
          <p:cNvPr id="7" name="Text Placeholder 6">
            <a:extLst>
              <a:ext uri="{FF2B5EF4-FFF2-40B4-BE49-F238E27FC236}">
                <a16:creationId xmlns:a16="http://schemas.microsoft.com/office/drawing/2014/main" id="{2CAF2D29-2980-4EDA-AF88-15884666C42C}"/>
              </a:ext>
            </a:extLst>
          </p:cNvPr>
          <p:cNvSpPr>
            <a:spLocks noGrp="1"/>
          </p:cNvSpPr>
          <p:nvPr>
            <p:ph type="body" idx="3"/>
          </p:nvPr>
        </p:nvSpPr>
        <p:spPr>
          <a:xfrm>
            <a:off x="364067" y="2291644"/>
            <a:ext cx="8337038" cy="3982155"/>
          </a:xfrm>
        </p:spPr>
        <p:txBody>
          <a:bodyPr vert="horz" lIns="91440" tIns="45720" rIns="91440" bIns="45720" rtlCol="0" anchor="t">
            <a:normAutofit fontScale="92500" lnSpcReduction="10000"/>
          </a:bodyPr>
          <a:lstStyle/>
          <a:p>
            <a:r>
              <a:rPr lang="en-US" dirty="0"/>
              <a:t>Student Name:</a:t>
            </a:r>
          </a:p>
          <a:p>
            <a:r>
              <a:rPr lang="en-US" dirty="0">
                <a:ea typeface="+mn-lt"/>
                <a:cs typeface="+mn-lt"/>
              </a:rPr>
              <a:t>1. Sunaina Makkena</a:t>
            </a:r>
            <a:endParaRPr lang="en-US" dirty="0"/>
          </a:p>
          <a:p>
            <a:r>
              <a:rPr lang="en-US" dirty="0">
                <a:ea typeface="+mn-lt"/>
                <a:cs typeface="+mn-lt"/>
              </a:rPr>
              <a:t>2. Anand Gopi Sai Krishna Polisetty</a:t>
            </a:r>
            <a:endParaRPr lang="en-US" dirty="0"/>
          </a:p>
          <a:p>
            <a:r>
              <a:rPr lang="en-US" dirty="0">
                <a:ea typeface="+mn-lt"/>
                <a:cs typeface="+mn-lt"/>
              </a:rPr>
              <a:t>3. Gajendra Varma Penmetsa</a:t>
            </a:r>
            <a:endParaRPr lang="en-US" dirty="0"/>
          </a:p>
          <a:p>
            <a:endParaRPr lang="en-US" dirty="0"/>
          </a:p>
          <a:p>
            <a:r>
              <a:rPr lang="en-US" dirty="0"/>
              <a:t>Project Title:-</a:t>
            </a:r>
            <a:endParaRPr lang="en-US" dirty="0">
              <a:ea typeface="+mn-lt"/>
              <a:cs typeface="+mn-lt"/>
            </a:endParaRPr>
          </a:p>
          <a:p>
            <a:r>
              <a:rPr lang="en-US" dirty="0">
                <a:ea typeface="+mn-lt"/>
                <a:cs typeface="+mn-lt"/>
              </a:rPr>
              <a:t>Time Series Forecaster: Advanced Stock Market Analysis &amp; Prediction Tool</a:t>
            </a:r>
            <a:endParaRPr lang="en-US" dirty="0"/>
          </a:p>
          <a:p>
            <a:endParaRPr lang="en-US" dirty="0"/>
          </a:p>
          <a:p>
            <a:r>
              <a:rPr lang="en-US" dirty="0"/>
              <a:t>Date:</a:t>
            </a:r>
            <a:r>
              <a:rPr lang="en-US" dirty="0">
                <a:solidFill>
                  <a:srgbClr val="FFFFFF"/>
                </a:solidFill>
                <a:latin typeface="Amazon Ember Display"/>
                <a:ea typeface="Calibri"/>
                <a:cs typeface="Calibri"/>
              </a:rPr>
              <a:t>30th April 2025</a:t>
            </a:r>
          </a:p>
          <a:p>
            <a:endParaRPr lang="en-US" dirty="0"/>
          </a:p>
        </p:txBody>
      </p:sp>
    </p:spTree>
    <p:extLst>
      <p:ext uri="{BB962C8B-B14F-4D97-AF65-F5344CB8AC3E}">
        <p14:creationId xmlns:p14="http://schemas.microsoft.com/office/powerpoint/2010/main" val="1293668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9E342C-73DE-04E9-28D5-5FBADF625AB0}"/>
              </a:ext>
            </a:extLst>
          </p:cNvPr>
          <p:cNvSpPr>
            <a:spLocks noGrp="1"/>
          </p:cNvSpPr>
          <p:nvPr>
            <p:ph type="sldNum" idx="97"/>
          </p:nvPr>
        </p:nvSpPr>
        <p:spPr>
          <a:xfrm>
            <a:off x="11347704" y="6446520"/>
            <a:ext cx="484632" cy="228600"/>
          </a:xfrm>
        </p:spPr>
        <p:txBody>
          <a:bodyPr anchor="ctr">
            <a:normAutofit/>
          </a:bodyPr>
          <a:lstStyle/>
          <a:p>
            <a:pPr>
              <a:spcAft>
                <a:spcPts val="600"/>
              </a:spcAft>
            </a:pPr>
            <a:fld id="{4037B1B0-0345-4E15-985A-6BECCDBE474F}" type="slidenum">
              <a:rPr lang="en-US" smtClean="0"/>
              <a:pPr>
                <a:spcAft>
                  <a:spcPts val="600"/>
                </a:spcAft>
              </a:pPr>
              <a:t>2</a:t>
            </a:fld>
            <a:endParaRPr lang="en-US"/>
          </a:p>
        </p:txBody>
      </p:sp>
      <p:sp>
        <p:nvSpPr>
          <p:cNvPr id="29" name="Title 28">
            <a:extLst>
              <a:ext uri="{FF2B5EF4-FFF2-40B4-BE49-F238E27FC236}">
                <a16:creationId xmlns:a16="http://schemas.microsoft.com/office/drawing/2014/main" id="{4708A83B-2942-2368-674B-7173C8BE26D3}"/>
              </a:ext>
            </a:extLst>
          </p:cNvPr>
          <p:cNvSpPr>
            <a:spLocks noGrp="1"/>
          </p:cNvSpPr>
          <p:nvPr>
            <p:ph type="title" idx="1"/>
          </p:nvPr>
        </p:nvSpPr>
        <p:spPr>
          <a:xfrm>
            <a:off x="365760" y="301752"/>
            <a:ext cx="11466576" cy="731318"/>
          </a:xfrm>
        </p:spPr>
        <p:txBody>
          <a:bodyPr anchor="ctr">
            <a:normAutofit/>
          </a:bodyPr>
          <a:lstStyle/>
          <a:p>
            <a:r>
              <a:rPr lang="en-US" dirty="0"/>
              <a:t>TEAM</a:t>
            </a:r>
          </a:p>
        </p:txBody>
      </p:sp>
      <p:pic>
        <p:nvPicPr>
          <p:cNvPr id="7" name="Picture Placeholder 6">
            <a:extLst>
              <a:ext uri="{FF2B5EF4-FFF2-40B4-BE49-F238E27FC236}">
                <a16:creationId xmlns:a16="http://schemas.microsoft.com/office/drawing/2014/main" id="{EFC6CDB2-2DF8-0C19-80B7-70CF0D4855E2}"/>
              </a:ext>
            </a:extLst>
          </p:cNvPr>
          <p:cNvPicPr>
            <a:picLocks noGrp="1" noChangeAspect="1"/>
          </p:cNvPicPr>
          <p:nvPr>
            <p:ph type="pic" idx="22"/>
          </p:nvPr>
        </p:nvPicPr>
        <p:blipFill>
          <a:blip r:embed="rId2"/>
          <a:srcRect r="-1" b="1499"/>
          <a:stretch/>
        </p:blipFill>
        <p:spPr>
          <a:xfrm>
            <a:off x="8285959" y="1509623"/>
            <a:ext cx="3306792" cy="3407433"/>
          </a:xfrm>
          <a:noFill/>
        </p:spPr>
      </p:pic>
      <p:sp>
        <p:nvSpPr>
          <p:cNvPr id="11" name="TextBox 10">
            <a:extLst>
              <a:ext uri="{FF2B5EF4-FFF2-40B4-BE49-F238E27FC236}">
                <a16:creationId xmlns:a16="http://schemas.microsoft.com/office/drawing/2014/main" id="{8461F5A4-5438-B5AD-DBAD-DFDBC7013E31}"/>
              </a:ext>
            </a:extLst>
          </p:cNvPr>
          <p:cNvSpPr txBox="1"/>
          <p:nvPr/>
        </p:nvSpPr>
        <p:spPr>
          <a:xfrm>
            <a:off x="768327" y="5281666"/>
            <a:ext cx="3432738" cy="546628"/>
          </a:xfrm>
          <a:prstGeom prst="rect">
            <a:avLst/>
          </a:prstGeom>
          <a:noFill/>
          <a:ln>
            <a:noFill/>
          </a:ln>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gn="ctr">
              <a:spcAft>
                <a:spcPts val="600"/>
              </a:spcAft>
            </a:pPr>
            <a:r>
              <a:rPr lang="en-US" sz="2400" b="1" kern="1200" dirty="0">
                <a:solidFill>
                  <a:srgbClr val="232F3E"/>
                </a:solidFill>
              </a:rPr>
              <a:t>Sunaina - Data Analyst</a:t>
            </a:r>
          </a:p>
        </p:txBody>
      </p:sp>
      <p:pic>
        <p:nvPicPr>
          <p:cNvPr id="6" name="Picture Placeholder 5">
            <a:extLst>
              <a:ext uri="{FF2B5EF4-FFF2-40B4-BE49-F238E27FC236}">
                <a16:creationId xmlns:a16="http://schemas.microsoft.com/office/drawing/2014/main" id="{76217351-FA7F-ECE3-E0D7-53E27E29FFBC}"/>
              </a:ext>
            </a:extLst>
          </p:cNvPr>
          <p:cNvPicPr>
            <a:picLocks noGrp="1" noChangeAspect="1"/>
          </p:cNvPicPr>
          <p:nvPr>
            <p:ph type="pic" idx="23"/>
          </p:nvPr>
        </p:nvPicPr>
        <p:blipFill>
          <a:blip r:embed="rId3"/>
          <a:srcRect t="2688" r="2" b="30564"/>
          <a:stretch/>
        </p:blipFill>
        <p:spPr>
          <a:xfrm>
            <a:off x="570955" y="1509623"/>
            <a:ext cx="3421810" cy="3407433"/>
          </a:xfrm>
          <a:noFill/>
        </p:spPr>
      </p:pic>
      <p:sp>
        <p:nvSpPr>
          <p:cNvPr id="38" name="Text Placeholder 6">
            <a:extLst>
              <a:ext uri="{FF2B5EF4-FFF2-40B4-BE49-F238E27FC236}">
                <a16:creationId xmlns:a16="http://schemas.microsoft.com/office/drawing/2014/main" id="{949ECAC2-5A7B-5029-1948-8D65EB91E1AA}"/>
              </a:ext>
            </a:extLst>
          </p:cNvPr>
          <p:cNvSpPr>
            <a:spLocks noGrp="1"/>
          </p:cNvSpPr>
          <p:nvPr>
            <p:ph type="body" idx="4"/>
          </p:nvPr>
        </p:nvSpPr>
        <p:spPr>
          <a:xfrm>
            <a:off x="4425811" y="5281666"/>
            <a:ext cx="3432739" cy="546628"/>
          </a:xfrm>
        </p:spPr>
        <p:txBody>
          <a:bodyPr/>
          <a:lstStyle/>
          <a:p>
            <a:r>
              <a:rPr lang="en-US" b="1" dirty="0"/>
              <a:t>Anand – Data Engineer</a:t>
            </a:r>
          </a:p>
        </p:txBody>
      </p:sp>
      <p:pic>
        <p:nvPicPr>
          <p:cNvPr id="8" name="Picture Placeholder 7">
            <a:extLst>
              <a:ext uri="{FF2B5EF4-FFF2-40B4-BE49-F238E27FC236}">
                <a16:creationId xmlns:a16="http://schemas.microsoft.com/office/drawing/2014/main" id="{066AF5A8-0D17-40A0-AA58-4CE4CDBB7955}"/>
              </a:ext>
            </a:extLst>
          </p:cNvPr>
          <p:cNvPicPr>
            <a:picLocks noGrp="1" noChangeAspect="1"/>
          </p:cNvPicPr>
          <p:nvPr>
            <p:ph type="pic" idx="24"/>
          </p:nvPr>
        </p:nvPicPr>
        <p:blipFill>
          <a:blip r:embed="rId4"/>
          <a:srcRect r="2508" b="8"/>
          <a:stretch/>
        </p:blipFill>
        <p:spPr>
          <a:xfrm>
            <a:off x="4559118" y="1509622"/>
            <a:ext cx="3306791" cy="3407433"/>
          </a:xfrm>
          <a:noFill/>
        </p:spPr>
      </p:pic>
      <p:sp>
        <p:nvSpPr>
          <p:cNvPr id="39" name="Text Placeholder 8">
            <a:extLst>
              <a:ext uri="{FF2B5EF4-FFF2-40B4-BE49-F238E27FC236}">
                <a16:creationId xmlns:a16="http://schemas.microsoft.com/office/drawing/2014/main" id="{462BE229-F985-6E4A-E463-DB9AE1A82EA8}"/>
              </a:ext>
            </a:extLst>
          </p:cNvPr>
          <p:cNvSpPr>
            <a:spLocks noGrp="1"/>
          </p:cNvSpPr>
          <p:nvPr>
            <p:ph type="body" idx="5"/>
          </p:nvPr>
        </p:nvSpPr>
        <p:spPr>
          <a:xfrm>
            <a:off x="8083296" y="5281666"/>
            <a:ext cx="3734663" cy="546628"/>
          </a:xfrm>
        </p:spPr>
        <p:txBody>
          <a:bodyPr/>
          <a:lstStyle/>
          <a:p>
            <a:r>
              <a:rPr lang="en-US" b="1" dirty="0"/>
              <a:t>Varma – Data Scientist</a:t>
            </a:r>
          </a:p>
        </p:txBody>
      </p:sp>
    </p:spTree>
    <p:extLst>
      <p:ext uri="{BB962C8B-B14F-4D97-AF65-F5344CB8AC3E}">
        <p14:creationId xmlns:p14="http://schemas.microsoft.com/office/powerpoint/2010/main" val="333728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7665F7-3C91-928F-E839-77663A5B1974}"/>
              </a:ext>
            </a:extLst>
          </p:cNvPr>
          <p:cNvSpPr>
            <a:spLocks noGrp="1"/>
          </p:cNvSpPr>
          <p:nvPr>
            <p:ph type="sldNum" idx="97"/>
          </p:nvPr>
        </p:nvSpPr>
        <p:spPr/>
        <p:txBody>
          <a:bodyPr/>
          <a:lstStyle/>
          <a:p>
            <a:fld id="{4037B1B0-0345-4E15-985A-6BECCDBE474F}" type="slidenum">
              <a:rPr lang="en-US" smtClean="0"/>
              <a:pPr/>
              <a:t>3</a:t>
            </a:fld>
            <a:endParaRPr lang="en-US" dirty="0"/>
          </a:p>
        </p:txBody>
      </p:sp>
      <p:sp>
        <p:nvSpPr>
          <p:cNvPr id="3" name="Title 2">
            <a:extLst>
              <a:ext uri="{FF2B5EF4-FFF2-40B4-BE49-F238E27FC236}">
                <a16:creationId xmlns:a16="http://schemas.microsoft.com/office/drawing/2014/main" id="{A9BF77E4-DA0F-BD0B-985F-62E559D26DE9}"/>
              </a:ext>
            </a:extLst>
          </p:cNvPr>
          <p:cNvSpPr>
            <a:spLocks noGrp="1"/>
          </p:cNvSpPr>
          <p:nvPr>
            <p:ph type="title" idx="1"/>
          </p:nvPr>
        </p:nvSpPr>
        <p:spPr/>
        <p:txBody>
          <a:bodyPr/>
          <a:lstStyle/>
          <a:p>
            <a:r>
              <a:rPr lang="en-US" dirty="0"/>
              <a:t>Introduction:-</a:t>
            </a:r>
          </a:p>
        </p:txBody>
      </p:sp>
      <p:sp>
        <p:nvSpPr>
          <p:cNvPr id="4" name="Content Placeholder 3">
            <a:extLst>
              <a:ext uri="{FF2B5EF4-FFF2-40B4-BE49-F238E27FC236}">
                <a16:creationId xmlns:a16="http://schemas.microsoft.com/office/drawing/2014/main" id="{23686F89-3A4B-B6AE-357D-4FF9562E1D92}"/>
              </a:ext>
            </a:extLst>
          </p:cNvPr>
          <p:cNvSpPr>
            <a:spLocks noGrp="1"/>
          </p:cNvSpPr>
          <p:nvPr>
            <p:ph idx="2"/>
          </p:nvPr>
        </p:nvSpPr>
        <p:spPr/>
        <p:txBody>
          <a:bodyPr vert="horz" lIns="91440" tIns="45720" rIns="91440" bIns="45720" rtlCol="0" anchor="t">
            <a:normAutofit fontScale="92500" lnSpcReduction="20000"/>
          </a:bodyPr>
          <a:lstStyle/>
          <a:p>
            <a:r>
              <a:rPr lang="en-US" dirty="0">
                <a:latin typeface="Amazon Ember Display Heavy"/>
              </a:rPr>
              <a:t>Time series data—sequential observations collected over time—is fundamental to decision-making across finance, retail, manufacturing, and numerous other fields. The Advanced Time Series Analyzer transforms complex forecasting techniques into an accessible tool for professionals without requiring statistical or programming expertise.</a:t>
            </a:r>
          </a:p>
          <a:p>
            <a:r>
              <a:rPr lang="en-US" dirty="0">
                <a:latin typeface="Amazon Ember Display Heavy"/>
              </a:rPr>
              <a:t>This application addresses key challenges in time series analysis by automatically identifying patterns (trends, seasonality, cycles), applying appropriate models (ARIMA, SARIMA, LSTM), and evaluating prediction accuracy through clear visualizations and metrics. Users can upload historical data, configure model parameters through an intuitive interface, and generate reliable forecasts to support strategic planning and operational decisions.</a:t>
            </a:r>
          </a:p>
          <a:p>
            <a:r>
              <a:rPr lang="en-US" dirty="0">
                <a:latin typeface="Amazon Ember Display Heavy"/>
              </a:rPr>
              <a:t>Whether analyzing stock market trends, predicting sales volumes, or forecasting resource requirements, this tool provides the analytical capabilities needed to transform historical patterns into valuable future insights.</a:t>
            </a:r>
          </a:p>
          <a:p>
            <a:endParaRPr lang="en-US" dirty="0">
              <a:latin typeface="Amazon Ember Display Heavy"/>
            </a:endParaRPr>
          </a:p>
        </p:txBody>
      </p:sp>
    </p:spTree>
    <p:extLst>
      <p:ext uri="{BB962C8B-B14F-4D97-AF65-F5344CB8AC3E}">
        <p14:creationId xmlns:p14="http://schemas.microsoft.com/office/powerpoint/2010/main" val="592339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4</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Business scenario overview</a:t>
            </a:r>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p:txBody>
          <a:bodyPr vert="horz" lIns="91440" tIns="45720" rIns="91440" bIns="45720" rtlCol="0" anchor="t">
            <a:noAutofit/>
          </a:bodyPr>
          <a:lstStyle/>
          <a:p>
            <a:pPr marL="0" indent="0">
              <a:buNone/>
            </a:pPr>
            <a:r>
              <a:rPr lang="en-US" b="1" dirty="0"/>
              <a:t>Problem or opportunity statement:</a:t>
            </a:r>
            <a:r>
              <a:rPr lang="en-US" dirty="0"/>
              <a:t> </a:t>
            </a:r>
          </a:p>
          <a:p>
            <a:r>
              <a:rPr lang="en-US" dirty="0"/>
              <a:t>Most sectors rely on time series data for critical decision-making (e.g., stock prices, climate, demand trends).</a:t>
            </a:r>
          </a:p>
          <a:p>
            <a:r>
              <a:rPr lang="en-US" dirty="0"/>
              <a:t>Non-technical teams often struggle with existing tools like Excel or custom-coded solutions.</a:t>
            </a:r>
          </a:p>
          <a:p>
            <a:r>
              <a:rPr lang="en-US" sz="2600" dirty="0"/>
              <a:t>Advanced forecasting methods are typically inaccessible to those without data science expertise.</a:t>
            </a:r>
          </a:p>
          <a:p>
            <a:r>
              <a:rPr lang="en-US" dirty="0"/>
              <a:t>There's a clear opportunity to deliver a simple, intelligent, and user-friendly interface for effective time series forecasting.</a:t>
            </a:r>
          </a:p>
          <a:p>
            <a:pPr marL="0" indent="0">
              <a:buNone/>
            </a:pPr>
            <a:endParaRPr lang="en-US" dirty="0"/>
          </a:p>
        </p:txBody>
      </p:sp>
    </p:spTree>
    <p:extLst>
      <p:ext uri="{BB962C8B-B14F-4D97-AF65-F5344CB8AC3E}">
        <p14:creationId xmlns:p14="http://schemas.microsoft.com/office/powerpoint/2010/main" val="2985972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4D6AF0-6D39-862A-4865-58BEA4961AB0}"/>
              </a:ext>
            </a:extLst>
          </p:cNvPr>
          <p:cNvSpPr>
            <a:spLocks noGrp="1"/>
          </p:cNvSpPr>
          <p:nvPr>
            <p:ph type="sldNum" idx="97"/>
          </p:nvPr>
        </p:nvSpPr>
        <p:spPr/>
        <p:txBody>
          <a:bodyPr/>
          <a:lstStyle/>
          <a:p>
            <a:fld id="{4037B1B0-0345-4E15-985A-6BECCDBE474F}" type="slidenum">
              <a:rPr lang="en-US" smtClean="0"/>
              <a:pPr/>
              <a:t>5</a:t>
            </a:fld>
            <a:endParaRPr lang="en-US" dirty="0"/>
          </a:p>
        </p:txBody>
      </p:sp>
      <p:sp>
        <p:nvSpPr>
          <p:cNvPr id="3" name="Title 2">
            <a:extLst>
              <a:ext uri="{FF2B5EF4-FFF2-40B4-BE49-F238E27FC236}">
                <a16:creationId xmlns:a16="http://schemas.microsoft.com/office/drawing/2014/main" id="{28EAD7EA-00B8-A5C4-6ECE-ECD34269E263}"/>
              </a:ext>
            </a:extLst>
          </p:cNvPr>
          <p:cNvSpPr>
            <a:spLocks noGrp="1"/>
          </p:cNvSpPr>
          <p:nvPr>
            <p:ph type="title" idx="1"/>
          </p:nvPr>
        </p:nvSpPr>
        <p:spPr/>
        <p:txBody>
          <a:bodyPr/>
          <a:lstStyle/>
          <a:p>
            <a:r>
              <a:rPr lang="en-US" dirty="0">
                <a:cs typeface="Segoe UI"/>
              </a:rPr>
              <a:t>Solution Requirements:</a:t>
            </a:r>
            <a:endParaRPr lang="en-US" dirty="0"/>
          </a:p>
        </p:txBody>
      </p:sp>
      <p:sp>
        <p:nvSpPr>
          <p:cNvPr id="4" name="Content Placeholder 3">
            <a:extLst>
              <a:ext uri="{FF2B5EF4-FFF2-40B4-BE49-F238E27FC236}">
                <a16:creationId xmlns:a16="http://schemas.microsoft.com/office/drawing/2014/main" id="{6D30DB7A-22B6-F644-8FEB-8EA5E9CA49AE}"/>
              </a:ext>
            </a:extLst>
          </p:cNvPr>
          <p:cNvSpPr>
            <a:spLocks noGrp="1"/>
          </p:cNvSpPr>
          <p:nvPr>
            <p:ph idx="2"/>
          </p:nvPr>
        </p:nvSpPr>
        <p:spPr/>
        <p:txBody>
          <a:bodyPr vert="horz" lIns="91440" tIns="45720" rIns="91440" bIns="45720" rtlCol="0" anchor="t">
            <a:normAutofit fontScale="92500" lnSpcReduction="10000"/>
          </a:bodyPr>
          <a:lstStyle/>
          <a:p>
            <a:pPr marL="457200" indent="-457200"/>
            <a:r>
              <a:rPr lang="en-US" dirty="0">
                <a:latin typeface="Arial"/>
                <a:cs typeface="Arial"/>
              </a:rPr>
              <a:t>Provide an easy-to-use, code-free user interface for time series data uploading and analysis.</a:t>
            </a:r>
            <a:endParaRPr lang="en-US">
              <a:solidFill>
                <a:srgbClr val="000000"/>
              </a:solidFill>
              <a:latin typeface="Arial"/>
              <a:cs typeface="Arial"/>
            </a:endParaRPr>
          </a:p>
          <a:p>
            <a:pPr marL="457200" indent="-457200"/>
            <a:r>
              <a:rPr lang="en-US" dirty="0">
                <a:latin typeface="Arial"/>
                <a:cs typeface="Arial"/>
              </a:rPr>
              <a:t>Support multiple forecasting models (e.g., ARIMA, SARIMA, LSTM neural networks).</a:t>
            </a:r>
            <a:endParaRPr lang="en-US" dirty="0">
              <a:solidFill>
                <a:srgbClr val="000000"/>
              </a:solidFill>
              <a:latin typeface="Arial"/>
              <a:cs typeface="Arial"/>
            </a:endParaRPr>
          </a:p>
          <a:p>
            <a:pPr marL="457200" indent="-457200"/>
            <a:r>
              <a:rPr lang="en-US" dirty="0">
                <a:latin typeface="Arial"/>
                <a:cs typeface="Arial"/>
              </a:rPr>
              <a:t>Preprocess data automatically (e.g., parsing of datetime, replacing missing values, detection of seasonality).</a:t>
            </a:r>
            <a:endParaRPr lang="en-US" dirty="0">
              <a:solidFill>
                <a:srgbClr val="000000"/>
              </a:solidFill>
              <a:latin typeface="Arial"/>
              <a:cs typeface="Arial"/>
            </a:endParaRPr>
          </a:p>
          <a:p>
            <a:pPr marL="457200" indent="-457200"/>
            <a:r>
              <a:rPr lang="en-US" dirty="0">
                <a:latin typeface="Arial"/>
                <a:cs typeface="Arial"/>
              </a:rPr>
              <a:t>Offer visual insights: time series plots, decompositions, and accuracy statistics on forecasts.</a:t>
            </a:r>
            <a:endParaRPr lang="en-US" dirty="0">
              <a:solidFill>
                <a:srgbClr val="000000"/>
              </a:solidFill>
              <a:latin typeface="Arial"/>
              <a:cs typeface="Arial"/>
            </a:endParaRPr>
          </a:p>
          <a:p>
            <a:pPr marL="457200" indent="-457200"/>
            <a:r>
              <a:rPr lang="en-US" dirty="0">
                <a:latin typeface="Arial"/>
                <a:cs typeface="Arial"/>
              </a:rPr>
              <a:t>Offer scalability with cloud deployment options (e.g., AWS EC2, S3, Lambda).</a:t>
            </a:r>
            <a:endParaRPr lang="en-US" dirty="0">
              <a:solidFill>
                <a:srgbClr val="000000"/>
              </a:solidFill>
              <a:latin typeface="Arial"/>
              <a:cs typeface="Arial"/>
            </a:endParaRPr>
          </a:p>
          <a:p>
            <a:pPr marL="457200" indent="-457200"/>
            <a:r>
              <a:rPr lang="en-US" dirty="0">
                <a:latin typeface="Arial"/>
                <a:cs typeface="Arial"/>
              </a:rPr>
              <a:t>Offer secure file handling with temporary storage and validation controls.</a:t>
            </a:r>
            <a:endParaRPr lang="en-US" dirty="0">
              <a:solidFill>
                <a:srgbClr val="000000"/>
              </a:solidFill>
              <a:latin typeface="Arial"/>
              <a:cs typeface="Arial"/>
            </a:endParaRPr>
          </a:p>
          <a:p>
            <a:endParaRPr lang="en-US" dirty="0">
              <a:solidFill>
                <a:srgbClr val="000000"/>
              </a:solidFill>
              <a:latin typeface="Segoe UI"/>
              <a:cs typeface="Segoe UI"/>
            </a:endParaRPr>
          </a:p>
          <a:p>
            <a:endParaRPr lang="en-US" dirty="0"/>
          </a:p>
        </p:txBody>
      </p:sp>
    </p:spTree>
    <p:extLst>
      <p:ext uri="{BB962C8B-B14F-4D97-AF65-F5344CB8AC3E}">
        <p14:creationId xmlns:p14="http://schemas.microsoft.com/office/powerpoint/2010/main" val="3655898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fld id="{4037B1B0-0345-4E15-985A-6BECCDBE474F}" type="slidenum">
              <a:rPr lang="en-US" smtClean="0"/>
              <a:pPr/>
              <a:t>6</a:t>
            </a:fld>
            <a:endParaRPr lang="en-US" dirty="0"/>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p:txBody>
          <a:bodyPr/>
          <a:lstStyle/>
          <a:p>
            <a:r>
              <a:rPr lang="en-US" dirty="0"/>
              <a:t>Solution overview:</a:t>
            </a:r>
          </a:p>
        </p:txBody>
      </p:sp>
      <p:sp>
        <p:nvSpPr>
          <p:cNvPr id="4" name="Content Placeholder 3">
            <a:extLst>
              <a:ext uri="{FF2B5EF4-FFF2-40B4-BE49-F238E27FC236}">
                <a16:creationId xmlns:a16="http://schemas.microsoft.com/office/drawing/2014/main" id="{B13DCEF6-627B-4A3E-BC65-B749116E5CED}"/>
              </a:ext>
            </a:extLst>
          </p:cNvPr>
          <p:cNvSpPr>
            <a:spLocks noGrp="1"/>
          </p:cNvSpPr>
          <p:nvPr>
            <p:ph idx="2"/>
          </p:nvPr>
        </p:nvSpPr>
        <p:spPr>
          <a:xfrm>
            <a:off x="365759" y="1039771"/>
            <a:ext cx="10977747" cy="5402839"/>
          </a:xfrm>
        </p:spPr>
        <p:txBody>
          <a:bodyPr vert="horz" lIns="91440" tIns="45720" rIns="91440" bIns="45720" rtlCol="0" anchor="t">
            <a:noAutofit/>
          </a:bodyPr>
          <a:lstStyle/>
          <a:p>
            <a:pPr marL="0" indent="0">
              <a:buNone/>
            </a:pPr>
            <a:r>
              <a:rPr lang="en-US" sz="2400" b="1" dirty="0">
                <a:latin typeface="Amazon Ember Display Heavy"/>
              </a:rPr>
              <a:t>High-level description:</a:t>
            </a:r>
            <a:endParaRPr lang="en-US" sz="2400">
              <a:latin typeface="Amazon Ember Display Heavy"/>
            </a:endParaRPr>
          </a:p>
          <a:p>
            <a:r>
              <a:rPr lang="en-US" sz="2400" dirty="0">
                <a:ea typeface="Open Sans"/>
                <a:cs typeface="Open Sans"/>
              </a:rPr>
              <a:t>Intuitive </a:t>
            </a:r>
            <a:r>
              <a:rPr lang="en-US" sz="2400" dirty="0" err="1">
                <a:ea typeface="Open Sans"/>
                <a:cs typeface="Open Sans"/>
              </a:rPr>
              <a:t>Streamlit</a:t>
            </a:r>
            <a:r>
              <a:rPr lang="en-US" sz="2400" dirty="0">
                <a:ea typeface="Open Sans"/>
                <a:cs typeface="Open Sans"/>
              </a:rPr>
              <a:t>-based interface - Step-by-step flow: Upload → Model Select → Forecast → Interpret Results.</a:t>
            </a:r>
            <a:endParaRPr lang="en-US" dirty="0"/>
          </a:p>
          <a:p>
            <a:r>
              <a:rPr lang="en-US" sz="2400" dirty="0">
                <a:ea typeface="Open Sans"/>
                <a:cs typeface="Open Sans"/>
              </a:rPr>
              <a:t>Adaptable to multiple time frequencies - Works with daily, weekly, monthly, or unevenly spaced time series data.</a:t>
            </a:r>
            <a:endParaRPr lang="en-US" dirty="0"/>
          </a:p>
          <a:p>
            <a:r>
              <a:rPr lang="en-US" sz="2400" dirty="0">
                <a:ea typeface="Open Sans"/>
                <a:cs typeface="Open Sans"/>
              </a:rPr>
              <a:t>Optimized for small to medium datasets - Fast runtime and low memory usage suitable for personal and business forecasting tasks.</a:t>
            </a:r>
            <a:endParaRPr lang="en-US" dirty="0"/>
          </a:p>
          <a:p>
            <a:r>
              <a:rPr lang="en-US" sz="2400" dirty="0">
                <a:latin typeface="Amazon Ember Display Heavy"/>
                <a:ea typeface="Open Sans"/>
                <a:cs typeface="Open Sans"/>
              </a:rPr>
              <a:t>Code-free </a:t>
            </a:r>
            <a:r>
              <a:rPr lang="en-US" sz="2400" dirty="0">
                <a:solidFill>
                  <a:srgbClr val="191919"/>
                </a:solidFill>
                <a:latin typeface="Amazon Ember Display Heavy"/>
                <a:ea typeface="Open Sans"/>
                <a:cs typeface="Open Sans"/>
              </a:rPr>
              <a:t>web-based time series forecasting </a:t>
            </a:r>
            <a:r>
              <a:rPr lang="en-US" sz="2400" dirty="0">
                <a:latin typeface="Amazon Ember Display Heavy"/>
                <a:ea typeface="Open Sans"/>
                <a:cs typeface="Open Sans"/>
              </a:rPr>
              <a:t>tool</a:t>
            </a:r>
            <a:r>
              <a:rPr lang="en-US" sz="2400" dirty="0">
                <a:solidFill>
                  <a:srgbClr val="191919"/>
                </a:solidFill>
                <a:latin typeface="Amazon Ember Display Heavy"/>
                <a:ea typeface="Open Sans"/>
                <a:cs typeface="Open Sans"/>
              </a:rPr>
              <a:t>.</a:t>
            </a:r>
            <a:endParaRPr lang="en-US" sz="2400" dirty="0">
              <a:latin typeface="Amazon Ember Display Heavy"/>
              <a:ea typeface="Open Sans"/>
              <a:cs typeface="Open Sans"/>
            </a:endParaRPr>
          </a:p>
          <a:p>
            <a:r>
              <a:rPr lang="en-US" sz="2400" dirty="0">
                <a:solidFill>
                  <a:srgbClr val="191919"/>
                </a:solidFill>
                <a:latin typeface="Amazon Ember Display Heavy"/>
                <a:ea typeface="Open Sans"/>
                <a:cs typeface="Open Sans"/>
              </a:rPr>
              <a:t>Supports CSV </a:t>
            </a:r>
            <a:r>
              <a:rPr lang="en-US" sz="2400" dirty="0">
                <a:latin typeface="Amazon Ember Display Heavy"/>
                <a:ea typeface="Open Sans"/>
                <a:cs typeface="Open Sans"/>
              </a:rPr>
              <a:t>upload</a:t>
            </a:r>
            <a:r>
              <a:rPr lang="en-US" sz="2400" dirty="0">
                <a:solidFill>
                  <a:srgbClr val="191919"/>
                </a:solidFill>
                <a:latin typeface="Amazon Ember Display Heavy"/>
                <a:ea typeface="Open Sans"/>
                <a:cs typeface="Open Sans"/>
              </a:rPr>
              <a:t> for easy </a:t>
            </a:r>
            <a:r>
              <a:rPr lang="en-US" sz="2400" dirty="0">
                <a:latin typeface="Amazon Ember Display Heavy"/>
                <a:ea typeface="Open Sans"/>
                <a:cs typeface="Open Sans"/>
              </a:rPr>
              <a:t>inputting of </a:t>
            </a:r>
            <a:r>
              <a:rPr lang="en-US" sz="2400" dirty="0">
                <a:solidFill>
                  <a:srgbClr val="191919"/>
                </a:solidFill>
                <a:latin typeface="Amazon Ember Display Heavy"/>
                <a:ea typeface="Open Sans"/>
                <a:cs typeface="Open Sans"/>
              </a:rPr>
              <a:t>data.</a:t>
            </a:r>
            <a:endParaRPr lang="en-US" sz="2400" dirty="0">
              <a:latin typeface="Amazon Ember Display Heavy"/>
              <a:ea typeface="Open Sans"/>
              <a:cs typeface="Open Sans"/>
            </a:endParaRPr>
          </a:p>
          <a:p>
            <a:r>
              <a:rPr lang="en-US" sz="2400" dirty="0">
                <a:solidFill>
                  <a:srgbClr val="191919"/>
                </a:solidFill>
                <a:latin typeface="Amazon Ember Display Heavy"/>
                <a:ea typeface="Open Sans"/>
                <a:cs typeface="Open Sans"/>
              </a:rPr>
              <a:t>Includes</a:t>
            </a:r>
            <a:r>
              <a:rPr lang="en-US" sz="2400" dirty="0">
                <a:latin typeface="Amazon Ember Display Heavy"/>
                <a:ea typeface="Open Sans"/>
                <a:cs typeface="Open Sans"/>
              </a:rPr>
              <a:t> classical (ARIMA, SARIMA) and deep learning (LSTM) models.</a:t>
            </a:r>
          </a:p>
          <a:p>
            <a:r>
              <a:rPr lang="en-US" sz="2400" dirty="0">
                <a:latin typeface="Amazon Ember Display Heavy"/>
                <a:ea typeface="Open Sans"/>
                <a:cs typeface="Open Sans"/>
              </a:rPr>
              <a:t>Automates data preprocessing, forecasting, and result visualization.</a:t>
            </a:r>
          </a:p>
          <a:p>
            <a:endParaRPr lang="en-US" dirty="0">
              <a:latin typeface="Amazon Ember Display Heavy"/>
            </a:endParaRPr>
          </a:p>
        </p:txBody>
      </p:sp>
    </p:spTree>
    <p:extLst>
      <p:ext uri="{BB962C8B-B14F-4D97-AF65-F5344CB8AC3E}">
        <p14:creationId xmlns:p14="http://schemas.microsoft.com/office/powerpoint/2010/main" val="692930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2EFFAD-9284-1A52-5B34-D2A50CC22C8E}"/>
              </a:ext>
            </a:extLst>
          </p:cNvPr>
          <p:cNvSpPr>
            <a:spLocks noGrp="1"/>
          </p:cNvSpPr>
          <p:nvPr>
            <p:ph type="sldNum" idx="97"/>
          </p:nvPr>
        </p:nvSpPr>
        <p:spPr/>
        <p:txBody>
          <a:bodyPr/>
          <a:lstStyle/>
          <a:p>
            <a:fld id="{4037B1B0-0345-4E15-985A-6BECCDBE474F}" type="slidenum">
              <a:rPr lang="en-US" smtClean="0"/>
              <a:pPr/>
              <a:t>7</a:t>
            </a:fld>
            <a:endParaRPr lang="en-US" dirty="0"/>
          </a:p>
        </p:txBody>
      </p:sp>
      <p:sp>
        <p:nvSpPr>
          <p:cNvPr id="3" name="Title 2">
            <a:extLst>
              <a:ext uri="{FF2B5EF4-FFF2-40B4-BE49-F238E27FC236}">
                <a16:creationId xmlns:a16="http://schemas.microsoft.com/office/drawing/2014/main" id="{D178E781-4E4B-3D39-9793-F9AFEC4D1A89}"/>
              </a:ext>
            </a:extLst>
          </p:cNvPr>
          <p:cNvSpPr>
            <a:spLocks noGrp="1"/>
          </p:cNvSpPr>
          <p:nvPr>
            <p:ph type="title" idx="1"/>
          </p:nvPr>
        </p:nvSpPr>
        <p:spPr/>
        <p:txBody>
          <a:bodyPr/>
          <a:lstStyle/>
          <a:p>
            <a:r>
              <a:rPr lang="en-US" dirty="0"/>
              <a:t>Solution overview:</a:t>
            </a:r>
          </a:p>
        </p:txBody>
      </p:sp>
      <p:sp>
        <p:nvSpPr>
          <p:cNvPr id="4" name="Content Placeholder 3">
            <a:extLst>
              <a:ext uri="{FF2B5EF4-FFF2-40B4-BE49-F238E27FC236}">
                <a16:creationId xmlns:a16="http://schemas.microsoft.com/office/drawing/2014/main" id="{46EB8A36-55D4-ACDC-39DC-7F7D58DF5814}"/>
              </a:ext>
            </a:extLst>
          </p:cNvPr>
          <p:cNvSpPr>
            <a:spLocks noGrp="1"/>
          </p:cNvSpPr>
          <p:nvPr>
            <p:ph idx="2"/>
          </p:nvPr>
        </p:nvSpPr>
        <p:spPr/>
        <p:txBody>
          <a:bodyPr vert="horz" lIns="91440" tIns="45720" rIns="91440" bIns="45720" rtlCol="0" anchor="t">
            <a:normAutofit fontScale="92500"/>
          </a:bodyPr>
          <a:lstStyle/>
          <a:p>
            <a:pPr marL="0" indent="0">
              <a:buNone/>
            </a:pPr>
            <a:r>
              <a:rPr lang="en-US" sz="2400" b="1" dirty="0">
                <a:latin typeface="Amazon Ember Display Heavy"/>
                <a:cs typeface="Arial"/>
              </a:rPr>
              <a:t>Design considerations:</a:t>
            </a:r>
            <a:endParaRPr lang="en-US" sz="2400">
              <a:solidFill>
                <a:srgbClr val="000000"/>
              </a:solidFill>
              <a:latin typeface="Amazon Ember Display Heavy"/>
              <a:cs typeface="Arial"/>
            </a:endParaRPr>
          </a:p>
          <a:p>
            <a:r>
              <a:rPr lang="en-US" sz="2400" dirty="0">
                <a:latin typeface="Amazon Ember Display Heavy"/>
                <a:cs typeface="Arial"/>
              </a:rPr>
              <a:t>User Experience: Adjustable interface for upload, config, and results.</a:t>
            </a:r>
            <a:endParaRPr lang="en-US" sz="2400">
              <a:solidFill>
                <a:srgbClr val="000000"/>
              </a:solidFill>
              <a:latin typeface="Amazon Ember Display Heavy"/>
              <a:cs typeface="Arial"/>
            </a:endParaRPr>
          </a:p>
          <a:p>
            <a:r>
              <a:rPr lang="en-US" sz="2400" dirty="0">
                <a:latin typeface="Amazon Ember Display Heavy"/>
                <a:cs typeface="Arial"/>
              </a:rPr>
              <a:t>Model Flexibility: Blend of statistical and deep learning models.</a:t>
            </a:r>
            <a:endParaRPr lang="en-US" sz="2400">
              <a:solidFill>
                <a:srgbClr val="000000"/>
              </a:solidFill>
              <a:latin typeface="Amazon Ember Display Heavy"/>
              <a:cs typeface="Arial"/>
            </a:endParaRPr>
          </a:p>
          <a:p>
            <a:r>
              <a:rPr lang="en-US" sz="2400" dirty="0">
                <a:latin typeface="Amazon Ember Display Heavy"/>
                <a:cs typeface="Arial"/>
              </a:rPr>
              <a:t>Scalability: Cloud-deployable (AWS EC2, S3, Lambda, SageMaker).</a:t>
            </a:r>
            <a:endParaRPr lang="en-US" sz="2400">
              <a:solidFill>
                <a:srgbClr val="000000"/>
              </a:solidFill>
              <a:latin typeface="Amazon Ember Display Heavy"/>
              <a:cs typeface="Arial"/>
            </a:endParaRPr>
          </a:p>
          <a:p>
            <a:r>
              <a:rPr lang="en-US" sz="2400" dirty="0">
                <a:latin typeface="Amazon Ember Display Heavy"/>
                <a:cs typeface="Arial"/>
              </a:rPr>
              <a:t>Data Handling: Auto-parsing</a:t>
            </a:r>
            <a:r>
              <a:rPr lang="en-US" sz="2400" dirty="0">
                <a:solidFill>
                  <a:srgbClr val="191919"/>
                </a:solidFill>
                <a:latin typeface="Amazon Ember Display Heavy"/>
                <a:cs typeface="Arial"/>
              </a:rPr>
              <a:t> </a:t>
            </a:r>
            <a:r>
              <a:rPr lang="en-US" sz="2400" dirty="0">
                <a:latin typeface="Amazon Ember Display Heavy"/>
                <a:cs typeface="Arial"/>
              </a:rPr>
              <a:t>of</a:t>
            </a:r>
            <a:r>
              <a:rPr lang="en-US" sz="2400" dirty="0">
                <a:solidFill>
                  <a:srgbClr val="191919"/>
                </a:solidFill>
                <a:latin typeface="Amazon Ember Display Heavy"/>
                <a:cs typeface="Arial"/>
              </a:rPr>
              <a:t> </a:t>
            </a:r>
            <a:r>
              <a:rPr lang="en-US" sz="2400" dirty="0">
                <a:latin typeface="Amazon Ember Display Heavy"/>
                <a:cs typeface="Arial"/>
              </a:rPr>
              <a:t>dates, missing value handling.</a:t>
            </a:r>
            <a:endParaRPr lang="en-US" sz="2400">
              <a:solidFill>
                <a:srgbClr val="000000"/>
              </a:solidFill>
              <a:latin typeface="Amazon Ember Display Heavy"/>
              <a:cs typeface="Arial"/>
            </a:endParaRPr>
          </a:p>
          <a:p>
            <a:r>
              <a:rPr lang="en-US" sz="2400" dirty="0">
                <a:latin typeface="Amazon Ember Display Heavy"/>
                <a:cs typeface="Arial"/>
              </a:rPr>
              <a:t>Security: In-transit</a:t>
            </a:r>
            <a:r>
              <a:rPr lang="en-US" sz="2400" dirty="0">
                <a:solidFill>
                  <a:srgbClr val="191919"/>
                </a:solidFill>
                <a:latin typeface="Amazon Ember Display Heavy"/>
                <a:cs typeface="Arial"/>
              </a:rPr>
              <a:t> storage and </a:t>
            </a:r>
            <a:r>
              <a:rPr lang="en-US" sz="2400" dirty="0">
                <a:latin typeface="Amazon Ember Display Heavy"/>
                <a:cs typeface="Arial"/>
              </a:rPr>
              <a:t>upload</a:t>
            </a:r>
            <a:r>
              <a:rPr lang="en-US" sz="2400" dirty="0">
                <a:solidFill>
                  <a:srgbClr val="191919"/>
                </a:solidFill>
                <a:latin typeface="Amazon Ember Display Heavy"/>
                <a:cs typeface="Arial"/>
              </a:rPr>
              <a:t> validation.</a:t>
            </a:r>
            <a:endParaRPr lang="en-US" sz="2400">
              <a:solidFill>
                <a:srgbClr val="000000"/>
              </a:solidFill>
              <a:latin typeface="Amazon Ember Display Heavy"/>
              <a:cs typeface="Arial"/>
            </a:endParaRPr>
          </a:p>
          <a:p>
            <a:r>
              <a:rPr lang="en-US" sz="2400" dirty="0">
                <a:cs typeface="Arial"/>
              </a:rPr>
              <a:t>Extensibility:</a:t>
            </a:r>
            <a:br>
              <a:rPr lang="en-US" sz="2400" dirty="0">
                <a:cs typeface="Arial"/>
              </a:rPr>
            </a:br>
            <a:r>
              <a:rPr lang="en-US" sz="2400" dirty="0">
                <a:cs typeface="Arial"/>
              </a:rPr>
              <a:t> Modular codebase allows easy integration of future models, APIs, or real-time data sources.</a:t>
            </a:r>
            <a:endParaRPr lang="en-US" sz="2400" dirty="0">
              <a:solidFill>
                <a:srgbClr val="000000"/>
              </a:solidFill>
              <a:latin typeface="Amazon Ember Display Heavy"/>
              <a:cs typeface="Arial"/>
            </a:endParaRPr>
          </a:p>
          <a:p>
            <a:r>
              <a:rPr lang="en-US" sz="2400" dirty="0">
                <a:cs typeface="Arial"/>
              </a:rPr>
              <a:t>Performance Optimization:</a:t>
            </a:r>
            <a:br>
              <a:rPr lang="en-US" sz="2400" dirty="0">
                <a:cs typeface="Arial"/>
              </a:rPr>
            </a:br>
            <a:r>
              <a:rPr lang="en-US" sz="2400" dirty="0">
                <a:cs typeface="Arial"/>
              </a:rPr>
              <a:t> Designed to run efficiently on low-resource environments with optimized forecasting pipelines and minimal latency.</a:t>
            </a:r>
            <a:br>
              <a:rPr lang="en-US" sz="2400" dirty="0">
                <a:latin typeface="Amazon Ember Display Heavy"/>
                <a:cs typeface="Arial"/>
              </a:rPr>
            </a:br>
            <a:endParaRPr lang="en-US" sz="2400">
              <a:solidFill>
                <a:srgbClr val="000000"/>
              </a:solidFill>
              <a:latin typeface="Amazon Ember Display Heavy"/>
              <a:cs typeface="Arial"/>
            </a:endParaRPr>
          </a:p>
        </p:txBody>
      </p:sp>
    </p:spTree>
    <p:extLst>
      <p:ext uri="{BB962C8B-B14F-4D97-AF65-F5344CB8AC3E}">
        <p14:creationId xmlns:p14="http://schemas.microsoft.com/office/powerpoint/2010/main" val="1235661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2C13F9-71BC-4D31-5ACE-87B7075F00DD}"/>
              </a:ext>
            </a:extLst>
          </p:cNvPr>
          <p:cNvSpPr>
            <a:spLocks noGrp="1"/>
          </p:cNvSpPr>
          <p:nvPr>
            <p:ph type="sldNum" idx="97"/>
          </p:nvPr>
        </p:nvSpPr>
        <p:spPr/>
        <p:txBody>
          <a:bodyPr/>
          <a:lstStyle/>
          <a:p>
            <a:fld id="{4037B1B0-0345-4E15-985A-6BECCDBE474F}" type="slidenum">
              <a:rPr lang="en-US" smtClean="0"/>
              <a:pPr/>
              <a:t>8</a:t>
            </a:fld>
            <a:endParaRPr lang="en-US" dirty="0"/>
          </a:p>
        </p:txBody>
      </p:sp>
      <p:sp>
        <p:nvSpPr>
          <p:cNvPr id="3" name="Title 2">
            <a:extLst>
              <a:ext uri="{FF2B5EF4-FFF2-40B4-BE49-F238E27FC236}">
                <a16:creationId xmlns:a16="http://schemas.microsoft.com/office/drawing/2014/main" id="{608D1534-7A42-8517-4869-5FBCDD4E987D}"/>
              </a:ext>
            </a:extLst>
          </p:cNvPr>
          <p:cNvSpPr>
            <a:spLocks noGrp="1"/>
          </p:cNvSpPr>
          <p:nvPr>
            <p:ph type="title" idx="1"/>
          </p:nvPr>
        </p:nvSpPr>
        <p:spPr/>
        <p:txBody>
          <a:bodyPr/>
          <a:lstStyle/>
          <a:p>
            <a:r>
              <a:rPr lang="en-US" dirty="0"/>
              <a:t>Solution overview</a:t>
            </a:r>
          </a:p>
        </p:txBody>
      </p:sp>
      <p:sp>
        <p:nvSpPr>
          <p:cNvPr id="4" name="Content Placeholder 3">
            <a:extLst>
              <a:ext uri="{FF2B5EF4-FFF2-40B4-BE49-F238E27FC236}">
                <a16:creationId xmlns:a16="http://schemas.microsoft.com/office/drawing/2014/main" id="{C4E572BB-1A2C-43C4-6935-5E99409BA0BA}"/>
              </a:ext>
            </a:extLst>
          </p:cNvPr>
          <p:cNvSpPr>
            <a:spLocks noGrp="1"/>
          </p:cNvSpPr>
          <p:nvPr>
            <p:ph idx="2"/>
          </p:nvPr>
        </p:nvSpPr>
        <p:spPr/>
        <p:txBody>
          <a:bodyPr vert="horz" lIns="91440" tIns="45720" rIns="91440" bIns="45720" rtlCol="0" anchor="t">
            <a:normAutofit/>
          </a:bodyPr>
          <a:lstStyle/>
          <a:p>
            <a:pPr marL="0" indent="0">
              <a:buNone/>
            </a:pPr>
            <a:r>
              <a:rPr lang="en-US" sz="2400" b="1" dirty="0">
                <a:latin typeface="Amazon Ember Display Heavy"/>
                <a:cs typeface="Arial"/>
              </a:rPr>
              <a:t>Use cases:</a:t>
            </a:r>
            <a:endParaRPr lang="en-US" sz="2400" b="1" dirty="0">
              <a:solidFill>
                <a:srgbClr val="000000"/>
              </a:solidFill>
              <a:latin typeface="Amazon Ember Display Heavy"/>
              <a:cs typeface="Arial"/>
            </a:endParaRPr>
          </a:p>
          <a:p>
            <a:r>
              <a:rPr lang="en-US" sz="2400" dirty="0">
                <a:latin typeface="Amazon Ember Display Heavy"/>
                <a:cs typeface="Arial"/>
              </a:rPr>
              <a:t>📈 Stock Market Forecasting: </a:t>
            </a:r>
            <a:r>
              <a:rPr lang="en-US" sz="2400" dirty="0">
                <a:cs typeface="Arial"/>
              </a:rPr>
              <a:t>Predict stock trends using historical pricing data.</a:t>
            </a:r>
            <a:endParaRPr lang="en-US" sz="2400" dirty="0">
              <a:solidFill>
                <a:srgbClr val="000000"/>
              </a:solidFill>
              <a:latin typeface="Amazon Ember Display Heavy"/>
              <a:cs typeface="Arial"/>
            </a:endParaRPr>
          </a:p>
          <a:p>
            <a:r>
              <a:rPr lang="en-US" sz="2400" dirty="0">
                <a:latin typeface="Amazon Ember Display Heavy"/>
                <a:cs typeface="Arial"/>
              </a:rPr>
              <a:t>🌦️ Weather Prediction: </a:t>
            </a:r>
            <a:r>
              <a:rPr lang="en-US" sz="2400" dirty="0">
                <a:cs typeface="Arial"/>
              </a:rPr>
              <a:t>Forecast temperature or rainfall using seasonal models.</a:t>
            </a:r>
            <a:endParaRPr lang="en-US" sz="2400" dirty="0">
              <a:solidFill>
                <a:srgbClr val="000000"/>
              </a:solidFill>
              <a:latin typeface="Amazon Ember Display Heavy"/>
              <a:cs typeface="Arial"/>
            </a:endParaRPr>
          </a:p>
          <a:p>
            <a:r>
              <a:rPr lang="en-US" sz="2400" dirty="0">
                <a:latin typeface="Amazon Ember Display Heavy"/>
                <a:cs typeface="Arial"/>
              </a:rPr>
              <a:t>🏭 Industrial Equipment Monitoring: </a:t>
            </a:r>
            <a:r>
              <a:rPr lang="en-US" sz="2400" dirty="0">
                <a:cs typeface="Arial"/>
              </a:rPr>
              <a:t>Predict machinery wear or resource usage.</a:t>
            </a:r>
            <a:endParaRPr lang="en-US" sz="2400" dirty="0">
              <a:solidFill>
                <a:srgbClr val="000000"/>
              </a:solidFill>
              <a:latin typeface="Amazon Ember Display Heavy"/>
              <a:cs typeface="Arial"/>
            </a:endParaRPr>
          </a:p>
          <a:p>
            <a:r>
              <a:rPr lang="en-US" sz="2400" dirty="0">
                <a:latin typeface="Amazon Ember Display Heavy"/>
                <a:cs typeface="Arial"/>
              </a:rPr>
              <a:t>🧪 Healthcare Resource Planning: </a:t>
            </a:r>
            <a:r>
              <a:rPr lang="en-US" sz="2400" dirty="0">
                <a:cs typeface="Arial"/>
              </a:rPr>
              <a:t>Estimate resource needs (beds, vaccines).</a:t>
            </a:r>
            <a:endParaRPr lang="en-US" sz="2400" dirty="0">
              <a:solidFill>
                <a:srgbClr val="000000"/>
              </a:solidFill>
              <a:latin typeface="Amazon Ember Display Heavy"/>
              <a:cs typeface="Arial"/>
            </a:endParaRPr>
          </a:p>
          <a:p>
            <a:r>
              <a:rPr lang="en-US" sz="2400" dirty="0">
                <a:latin typeface="Amazon Ember Display Heavy"/>
                <a:cs typeface="Arial"/>
              </a:rPr>
              <a:t>🛒 Retail Sales &amp; Demand Forecasting: Anticipate sales spikes for inventory.</a:t>
            </a:r>
            <a:endParaRPr lang="en-US" sz="2400" dirty="0">
              <a:solidFill>
                <a:srgbClr val="000000"/>
              </a:solidFill>
              <a:cs typeface="Arial"/>
            </a:endParaRPr>
          </a:p>
          <a:p>
            <a:r>
              <a:rPr lang="en-US" b="1" dirty="0"/>
              <a:t>🎓</a:t>
            </a:r>
            <a:r>
              <a:rPr lang="en-US" dirty="0"/>
              <a:t> Educational Resource Planning: Predict student enrollments or course demand to allocate classrooms and instructors.</a:t>
            </a:r>
          </a:p>
          <a:p>
            <a:r>
              <a:rPr lang="en-US" dirty="0"/>
              <a:t>📱 App Usage or Website Traffic Forecasting: Use historical user activity to anticipate spikes or drops in engagement.</a:t>
            </a:r>
          </a:p>
          <a:p>
            <a:endParaRPr lang="en-US" dirty="0"/>
          </a:p>
        </p:txBody>
      </p:sp>
    </p:spTree>
    <p:extLst>
      <p:ext uri="{BB962C8B-B14F-4D97-AF65-F5344CB8AC3E}">
        <p14:creationId xmlns:p14="http://schemas.microsoft.com/office/powerpoint/2010/main" val="65267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37504A-6D21-C9ED-CB92-9AE8B7A765C8}"/>
              </a:ext>
            </a:extLst>
          </p:cNvPr>
          <p:cNvSpPr>
            <a:spLocks noGrp="1"/>
          </p:cNvSpPr>
          <p:nvPr>
            <p:ph type="sldNum" idx="97"/>
          </p:nvPr>
        </p:nvSpPr>
        <p:spPr>
          <a:xfrm>
            <a:off x="11347704" y="6446520"/>
            <a:ext cx="484632" cy="228600"/>
          </a:xfrm>
        </p:spPr>
        <p:txBody>
          <a:bodyPr anchor="ctr">
            <a:normAutofit/>
          </a:bodyPr>
          <a:lstStyle/>
          <a:p>
            <a:pPr>
              <a:spcAft>
                <a:spcPts val="600"/>
              </a:spcAft>
            </a:pPr>
            <a:fld id="{4037B1B0-0345-4E15-985A-6BECCDBE474F}" type="slidenum">
              <a:rPr lang="en-US" smtClean="0"/>
              <a:pPr>
                <a:spcAft>
                  <a:spcPts val="600"/>
                </a:spcAft>
              </a:pPr>
              <a:t>9</a:t>
            </a:fld>
            <a:endParaRPr lang="en-US"/>
          </a:p>
        </p:txBody>
      </p:sp>
      <p:sp>
        <p:nvSpPr>
          <p:cNvPr id="3" name="Title 2">
            <a:extLst>
              <a:ext uri="{FF2B5EF4-FFF2-40B4-BE49-F238E27FC236}">
                <a16:creationId xmlns:a16="http://schemas.microsoft.com/office/drawing/2014/main" id="{39F57B55-4525-A755-0FE7-AA8B5F0FC692}"/>
              </a:ext>
            </a:extLst>
          </p:cNvPr>
          <p:cNvSpPr>
            <a:spLocks noGrp="1"/>
          </p:cNvSpPr>
          <p:nvPr>
            <p:ph type="title" idx="1"/>
          </p:nvPr>
        </p:nvSpPr>
        <p:spPr>
          <a:xfrm>
            <a:off x="365760" y="301752"/>
            <a:ext cx="11466576" cy="731318"/>
          </a:xfrm>
        </p:spPr>
        <p:txBody>
          <a:bodyPr anchor="ctr">
            <a:normAutofit/>
          </a:bodyPr>
          <a:lstStyle/>
          <a:p>
            <a:r>
              <a:rPr lang="en-US" dirty="0"/>
              <a:t>Architecture Diagram of the Solution: </a:t>
            </a:r>
          </a:p>
        </p:txBody>
      </p:sp>
      <p:pic>
        <p:nvPicPr>
          <p:cNvPr id="4" name="Content Placeholder 3">
            <a:extLst>
              <a:ext uri="{FF2B5EF4-FFF2-40B4-BE49-F238E27FC236}">
                <a16:creationId xmlns:a16="http://schemas.microsoft.com/office/drawing/2014/main" id="{3E8C25F5-BF99-3552-ECC7-F1C07744F024}"/>
              </a:ext>
            </a:extLst>
          </p:cNvPr>
          <p:cNvPicPr>
            <a:picLocks noGrp="1" noChangeAspect="1"/>
          </p:cNvPicPr>
          <p:nvPr>
            <p:ph idx="2"/>
          </p:nvPr>
        </p:nvPicPr>
        <p:blipFill>
          <a:blip r:embed="rId2"/>
          <a:stretch>
            <a:fillRect/>
          </a:stretch>
        </p:blipFill>
        <p:spPr>
          <a:xfrm>
            <a:off x="2359711" y="1097280"/>
            <a:ext cx="7478674" cy="5330952"/>
          </a:xfrm>
        </p:spPr>
      </p:pic>
    </p:spTree>
    <p:extLst>
      <p:ext uri="{BB962C8B-B14F-4D97-AF65-F5344CB8AC3E}">
        <p14:creationId xmlns:p14="http://schemas.microsoft.com/office/powerpoint/2010/main" val="1374206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772C0C-589F-FACA-4ED4-59A51F263EF8}"/>
              </a:ext>
            </a:extLst>
          </p:cNvPr>
          <p:cNvSpPr>
            <a:spLocks noGrp="1"/>
          </p:cNvSpPr>
          <p:nvPr>
            <p:ph type="sldNum" idx="97"/>
          </p:nvPr>
        </p:nvSpPr>
        <p:spPr/>
        <p:txBody>
          <a:bodyPr/>
          <a:lstStyle/>
          <a:p>
            <a:fld id="{4037B1B0-0345-4E15-985A-6BECCDBE474F}" type="slidenum">
              <a:rPr lang="en-US" smtClean="0"/>
              <a:pPr/>
              <a:t>10</a:t>
            </a:fld>
            <a:endParaRPr lang="en-US" dirty="0"/>
          </a:p>
        </p:txBody>
      </p:sp>
      <p:sp>
        <p:nvSpPr>
          <p:cNvPr id="3" name="Title 2">
            <a:extLst>
              <a:ext uri="{FF2B5EF4-FFF2-40B4-BE49-F238E27FC236}">
                <a16:creationId xmlns:a16="http://schemas.microsoft.com/office/drawing/2014/main" id="{4DCCCACE-71AC-0664-1865-41C02F87074B}"/>
              </a:ext>
            </a:extLst>
          </p:cNvPr>
          <p:cNvSpPr>
            <a:spLocks noGrp="1"/>
          </p:cNvSpPr>
          <p:nvPr>
            <p:ph type="title" idx="1"/>
          </p:nvPr>
        </p:nvSpPr>
        <p:spPr/>
        <p:txBody>
          <a:bodyPr/>
          <a:lstStyle/>
          <a:p>
            <a:r>
              <a:rPr lang="en-US" dirty="0"/>
              <a:t>Data Pipeline:-</a:t>
            </a:r>
          </a:p>
        </p:txBody>
      </p:sp>
      <p:pic>
        <p:nvPicPr>
          <p:cNvPr id="5" name="Content Placeholder 4">
            <a:extLst>
              <a:ext uri="{FF2B5EF4-FFF2-40B4-BE49-F238E27FC236}">
                <a16:creationId xmlns:a16="http://schemas.microsoft.com/office/drawing/2014/main" id="{CFA1CB76-75E6-8C38-467A-F25604FD969B}"/>
              </a:ext>
            </a:extLst>
          </p:cNvPr>
          <p:cNvPicPr>
            <a:picLocks noGrp="1" noChangeAspect="1"/>
          </p:cNvPicPr>
          <p:nvPr>
            <p:ph idx="2"/>
          </p:nvPr>
        </p:nvPicPr>
        <p:blipFill>
          <a:blip r:embed="rId2"/>
          <a:stretch>
            <a:fillRect/>
          </a:stretch>
        </p:blipFill>
        <p:spPr>
          <a:xfrm>
            <a:off x="2100834" y="1097280"/>
            <a:ext cx="7996428" cy="5330952"/>
          </a:xfrm>
        </p:spPr>
      </p:pic>
    </p:spTree>
    <p:extLst>
      <p:ext uri="{BB962C8B-B14F-4D97-AF65-F5344CB8AC3E}">
        <p14:creationId xmlns:p14="http://schemas.microsoft.com/office/powerpoint/2010/main" val="2584676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idx="97"/>
          </p:nvPr>
        </p:nvSpPr>
        <p:spPr>
          <a:xfrm>
            <a:off x="11347704" y="6446520"/>
            <a:ext cx="484632" cy="228600"/>
          </a:xfrm>
        </p:spPr>
        <p:txBody>
          <a:bodyPr anchor="ctr">
            <a:normAutofit/>
          </a:bodyPr>
          <a:lstStyle/>
          <a:p>
            <a:pPr>
              <a:spcAft>
                <a:spcPts val="600"/>
              </a:spcAft>
            </a:pPr>
            <a:fld id="{4037B1B0-0345-4E15-985A-6BECCDBE474F}" type="slidenum">
              <a:rPr lang="en-US" smtClean="0"/>
              <a:pPr>
                <a:spcAft>
                  <a:spcPts val="600"/>
                </a:spcAft>
              </a:pPr>
              <a:t>11</a:t>
            </a:fld>
            <a:endParaRPr lang="en-US"/>
          </a:p>
        </p:txBody>
      </p:sp>
      <p:sp>
        <p:nvSpPr>
          <p:cNvPr id="3" name="Title 2">
            <a:extLst>
              <a:ext uri="{FF2B5EF4-FFF2-40B4-BE49-F238E27FC236}">
                <a16:creationId xmlns:a16="http://schemas.microsoft.com/office/drawing/2014/main" id="{3BE02FE7-A6FA-4689-A30C-628FCBC12A88}"/>
              </a:ext>
            </a:extLst>
          </p:cNvPr>
          <p:cNvSpPr>
            <a:spLocks noGrp="1"/>
          </p:cNvSpPr>
          <p:nvPr>
            <p:ph type="title" idx="1"/>
          </p:nvPr>
        </p:nvSpPr>
        <p:spPr>
          <a:xfrm>
            <a:off x="365760" y="301752"/>
            <a:ext cx="11466576" cy="731318"/>
          </a:xfrm>
        </p:spPr>
        <p:txBody>
          <a:bodyPr anchor="ctr">
            <a:normAutofit/>
          </a:bodyPr>
          <a:lstStyle/>
          <a:p>
            <a:r>
              <a:rPr lang="en-US" dirty="0"/>
              <a:t>Lessons learned</a:t>
            </a:r>
          </a:p>
        </p:txBody>
      </p:sp>
      <p:sp>
        <p:nvSpPr>
          <p:cNvPr id="6" name="Content Placeholder 5">
            <a:extLst>
              <a:ext uri="{FF2B5EF4-FFF2-40B4-BE49-F238E27FC236}">
                <a16:creationId xmlns:a16="http://schemas.microsoft.com/office/drawing/2014/main" id="{AE088CC3-5601-4655-8790-CCAF4B53D173}"/>
              </a:ext>
            </a:extLst>
          </p:cNvPr>
          <p:cNvSpPr>
            <a:spLocks noGrp="1"/>
          </p:cNvSpPr>
          <p:nvPr>
            <p:ph type="body" orient="vert" idx="2"/>
          </p:nvPr>
        </p:nvSpPr>
        <p:spPr>
          <a:xfrm>
            <a:off x="365760" y="1033070"/>
            <a:ext cx="11466576" cy="5389244"/>
          </a:xfrm>
        </p:spPr>
        <p:txBody>
          <a:bodyPr vert="horz" lIns="91440" tIns="45720" rIns="91440" bIns="45720" rtlCol="0">
            <a:normAutofit/>
          </a:bodyPr>
          <a:lstStyle/>
          <a:p>
            <a:pPr marL="0" indent="0">
              <a:lnSpc>
                <a:spcPct val="90000"/>
              </a:lnSpc>
              <a:spcAft>
                <a:spcPts val="600"/>
              </a:spcAft>
              <a:buNone/>
            </a:pPr>
            <a:r>
              <a:rPr lang="en-US" b="1" u="sng" dirty="0"/>
              <a:t>Challenges overcame:</a:t>
            </a:r>
            <a:endParaRPr lang="en-US" b="1" u="sng"/>
          </a:p>
          <a:p>
            <a:pPr>
              <a:lnSpc>
                <a:spcPct val="90000"/>
              </a:lnSpc>
              <a:spcAft>
                <a:spcPts val="600"/>
              </a:spcAft>
            </a:pPr>
            <a:r>
              <a:rPr lang="en-US" b="1"/>
              <a:t>Model Integration-</a:t>
            </a:r>
            <a:r>
              <a:rPr lang="en-US"/>
              <a:t>Integrating the LSTM model into the </a:t>
            </a:r>
            <a:r>
              <a:rPr lang="en-US" err="1"/>
              <a:t>Streamlit</a:t>
            </a:r>
            <a:r>
              <a:rPr lang="en-US"/>
              <a:t> web application successfully, with runtime performance considerations and correct prediction accuracy.</a:t>
            </a:r>
          </a:p>
          <a:p>
            <a:pPr>
              <a:lnSpc>
                <a:spcPct val="90000"/>
              </a:lnSpc>
              <a:spcAft>
                <a:spcPts val="600"/>
              </a:spcAft>
            </a:pPr>
            <a:r>
              <a:rPr lang="en-US" b="1"/>
              <a:t>Data Diversity Handling-</a:t>
            </a:r>
            <a:r>
              <a:rPr lang="en-US"/>
              <a:t>Dealing with different time series types (daily, monthly, irregular intervals) and making the app dynamically accept different input structures.</a:t>
            </a:r>
          </a:p>
          <a:p>
            <a:pPr>
              <a:lnSpc>
                <a:spcPct val="90000"/>
              </a:lnSpc>
              <a:spcAft>
                <a:spcPts val="600"/>
              </a:spcAft>
            </a:pPr>
            <a:r>
              <a:rPr lang="en-US" b="1"/>
              <a:t>Scalable Deployment-</a:t>
            </a:r>
            <a:r>
              <a:rPr lang="en-US"/>
              <a:t>Developing and deploying an AWS-based infrastructure with a good balance between performance, low latency, and cloud-native scalability.</a:t>
            </a:r>
          </a:p>
          <a:p>
            <a:pPr marL="0" indent="0">
              <a:lnSpc>
                <a:spcPct val="90000"/>
              </a:lnSpc>
              <a:spcAft>
                <a:spcPts val="600"/>
              </a:spcAft>
              <a:buNone/>
            </a:pPr>
            <a:r>
              <a:rPr lang="en-US" b="1" u="sng" dirty="0"/>
              <a:t>Resources:</a:t>
            </a:r>
            <a:endParaRPr lang="en-US" b="1" u="sng"/>
          </a:p>
          <a:p>
            <a:pPr marL="342900" indent="-342900">
              <a:lnSpc>
                <a:spcPct val="90000"/>
              </a:lnSpc>
              <a:spcAft>
                <a:spcPts val="600"/>
              </a:spcAft>
            </a:pPr>
            <a:r>
              <a:rPr lang="en-US" b="1" err="1"/>
              <a:t>Statsmodels</a:t>
            </a:r>
            <a:r>
              <a:rPr lang="en-US" b="1"/>
              <a:t> &amp; </a:t>
            </a:r>
            <a:r>
              <a:rPr lang="en-US" b="1" err="1"/>
              <a:t>pmdarima</a:t>
            </a:r>
            <a:r>
              <a:rPr lang="en-US" b="1"/>
              <a:t>-</a:t>
            </a:r>
            <a:r>
              <a:rPr lang="en-US"/>
              <a:t>Primary libraries used to develop and tune ARIMA/SARIMA forecasting models.</a:t>
            </a:r>
          </a:p>
          <a:p>
            <a:pPr marL="342900" indent="-342900">
              <a:lnSpc>
                <a:spcPct val="90000"/>
              </a:lnSpc>
              <a:spcAft>
                <a:spcPts val="600"/>
              </a:spcAft>
            </a:pPr>
            <a:r>
              <a:rPr lang="en-US" b="1" err="1"/>
              <a:t>PyTorch</a:t>
            </a:r>
            <a:r>
              <a:rPr lang="en-US" b="1"/>
              <a:t>-</a:t>
            </a:r>
            <a:r>
              <a:rPr lang="en-US"/>
              <a:t>Needed to develop, train, and run LSTM neural network models.</a:t>
            </a:r>
          </a:p>
          <a:p>
            <a:pPr marL="342900" indent="-342900">
              <a:lnSpc>
                <a:spcPct val="90000"/>
              </a:lnSpc>
              <a:spcAft>
                <a:spcPts val="600"/>
              </a:spcAft>
            </a:pPr>
            <a:r>
              <a:rPr lang="en-US" b="1" err="1"/>
              <a:t>Streamlit</a:t>
            </a:r>
            <a:r>
              <a:rPr lang="en-US" b="1"/>
              <a:t> Documentation-</a:t>
            </a:r>
            <a:r>
              <a:rPr lang="en-US"/>
              <a:t>Enabled rapid development of an interactive and simple-to-use web UI for end users.</a:t>
            </a:r>
          </a:p>
          <a:p>
            <a:pPr>
              <a:lnSpc>
                <a:spcPct val="90000"/>
              </a:lnSpc>
              <a:spcAft>
                <a:spcPts val="600"/>
              </a:spcAft>
              <a:buNone/>
            </a:pPr>
            <a:endParaRPr lang="en-US"/>
          </a:p>
          <a:p>
            <a:pPr marL="0" indent="0">
              <a:lnSpc>
                <a:spcPct val="90000"/>
              </a:lnSpc>
              <a:spcAft>
                <a:spcPts val="600"/>
              </a:spcAft>
              <a:buNone/>
            </a:pPr>
            <a:endParaRPr lang="en-US" b="1"/>
          </a:p>
        </p:txBody>
      </p:sp>
    </p:spTree>
    <p:extLst>
      <p:ext uri="{BB962C8B-B14F-4D97-AF65-F5344CB8AC3E}">
        <p14:creationId xmlns:p14="http://schemas.microsoft.com/office/powerpoint/2010/main" val="1580840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95EA79-2011-B80F-73D4-172F8A846716}"/>
              </a:ext>
            </a:extLst>
          </p:cNvPr>
          <p:cNvSpPr>
            <a:spLocks noGrp="1"/>
          </p:cNvSpPr>
          <p:nvPr>
            <p:ph type="sldNum" idx="97"/>
          </p:nvPr>
        </p:nvSpPr>
        <p:spPr/>
        <p:txBody>
          <a:bodyPr/>
          <a:lstStyle/>
          <a:p>
            <a:fld id="{4037B1B0-0345-4E15-985A-6BECCDBE474F}" type="slidenum">
              <a:rPr lang="en-US" smtClean="0"/>
              <a:pPr/>
              <a:t>12</a:t>
            </a:fld>
            <a:endParaRPr lang="en-US" dirty="0"/>
          </a:p>
        </p:txBody>
      </p:sp>
      <p:sp>
        <p:nvSpPr>
          <p:cNvPr id="3" name="Title 2">
            <a:extLst>
              <a:ext uri="{FF2B5EF4-FFF2-40B4-BE49-F238E27FC236}">
                <a16:creationId xmlns:a16="http://schemas.microsoft.com/office/drawing/2014/main" id="{E9855035-AF54-CC2A-DEBC-111DE8F2F5F6}"/>
              </a:ext>
            </a:extLst>
          </p:cNvPr>
          <p:cNvSpPr>
            <a:spLocks noGrp="1"/>
          </p:cNvSpPr>
          <p:nvPr>
            <p:ph type="title" idx="1"/>
          </p:nvPr>
        </p:nvSpPr>
        <p:spPr/>
        <p:txBody>
          <a:bodyPr/>
          <a:lstStyle/>
          <a:p>
            <a:r>
              <a:rPr lang="en-US" dirty="0"/>
              <a:t>Lessons learned</a:t>
            </a:r>
          </a:p>
        </p:txBody>
      </p:sp>
      <p:sp>
        <p:nvSpPr>
          <p:cNvPr id="4" name="Content Placeholder 3">
            <a:extLst>
              <a:ext uri="{FF2B5EF4-FFF2-40B4-BE49-F238E27FC236}">
                <a16:creationId xmlns:a16="http://schemas.microsoft.com/office/drawing/2014/main" id="{AD65C426-8ABC-BDA9-C27A-B047F8702EA2}"/>
              </a:ext>
            </a:extLst>
          </p:cNvPr>
          <p:cNvSpPr>
            <a:spLocks noGrp="1"/>
          </p:cNvSpPr>
          <p:nvPr>
            <p:ph idx="2"/>
          </p:nvPr>
        </p:nvSpPr>
        <p:spPr/>
        <p:txBody>
          <a:bodyPr vert="horz" lIns="91440" tIns="45720" rIns="91440" bIns="45720" rtlCol="0" anchor="t">
            <a:normAutofit/>
          </a:bodyPr>
          <a:lstStyle/>
          <a:p>
            <a:pPr marL="0" indent="0">
              <a:buNone/>
            </a:pPr>
            <a:r>
              <a:rPr lang="en-US" b="1" u="sng" dirty="0">
                <a:latin typeface="Amazon Ember Display"/>
                <a:cs typeface="Arial"/>
              </a:rPr>
              <a:t>New skills:</a:t>
            </a:r>
            <a:endParaRPr lang="en-US" b="1" u="sng">
              <a:solidFill>
                <a:srgbClr val="000000"/>
              </a:solidFill>
              <a:latin typeface="Amazon Ember Display Heavy"/>
              <a:cs typeface="Arial"/>
            </a:endParaRPr>
          </a:p>
          <a:p>
            <a:r>
              <a:rPr lang="en-US" sz="2000" b="1" dirty="0">
                <a:cs typeface="Arial"/>
              </a:rPr>
              <a:t>LSTM Model Development-</a:t>
            </a:r>
            <a:r>
              <a:rPr lang="en-US" sz="2000" dirty="0">
                <a:cs typeface="Arial"/>
              </a:rPr>
              <a:t>Developed and stacked deep learning models for time series forecasting using </a:t>
            </a:r>
            <a:r>
              <a:rPr lang="en-US" sz="2000" dirty="0" err="1">
                <a:cs typeface="Arial"/>
              </a:rPr>
              <a:t>PyTorch</a:t>
            </a:r>
            <a:r>
              <a:rPr lang="en-US" sz="2000" dirty="0">
                <a:cs typeface="Arial"/>
              </a:rPr>
              <a:t>.</a:t>
            </a:r>
            <a:endParaRPr lang="en-US" sz="2000"/>
          </a:p>
          <a:p>
            <a:r>
              <a:rPr lang="en-US" sz="2000" b="1" dirty="0">
                <a:cs typeface="Arial"/>
              </a:rPr>
              <a:t>Interactive Web App Creation-</a:t>
            </a:r>
            <a:r>
              <a:rPr lang="en-US" sz="2000" dirty="0">
                <a:cs typeface="Arial"/>
              </a:rPr>
              <a:t>Built an interactive, dynamic interface using </a:t>
            </a:r>
            <a:r>
              <a:rPr lang="en-US" sz="2000" err="1">
                <a:cs typeface="Arial"/>
              </a:rPr>
              <a:t>Streamlit</a:t>
            </a:r>
            <a:r>
              <a:rPr lang="en-US" sz="2000" dirty="0">
                <a:cs typeface="Arial"/>
              </a:rPr>
              <a:t>.</a:t>
            </a:r>
            <a:endParaRPr lang="en-US" sz="2000" b="1"/>
          </a:p>
          <a:p>
            <a:r>
              <a:rPr lang="en-US" sz="2000" b="1" dirty="0">
                <a:cs typeface="Arial"/>
              </a:rPr>
              <a:t>AWS-Based Deployment-</a:t>
            </a:r>
            <a:r>
              <a:rPr lang="en-US" sz="2000" dirty="0">
                <a:cs typeface="Arial"/>
              </a:rPr>
              <a:t>Gained hands-on experience in deploying an end-to-end forecast app using AWS services like EC2, S3, and Lambda.</a:t>
            </a:r>
            <a:endParaRPr lang="en-US" sz="2000"/>
          </a:p>
          <a:p>
            <a:pPr marL="0" indent="0">
              <a:buNone/>
            </a:pPr>
            <a:r>
              <a:rPr lang="en-US" b="1" u="sng" dirty="0">
                <a:latin typeface="Amazon Ember Display Heavy"/>
                <a:cs typeface="Arial"/>
              </a:rPr>
              <a:t>Next steps:</a:t>
            </a:r>
            <a:endParaRPr lang="en-US" b="1" u="sng">
              <a:solidFill>
                <a:srgbClr val="000000"/>
              </a:solidFill>
              <a:latin typeface="Amazon Ember Display Heavy"/>
              <a:cs typeface="Arial"/>
            </a:endParaRPr>
          </a:p>
          <a:p>
            <a:r>
              <a:rPr lang="en-US" sz="2200" b="1" dirty="0"/>
              <a:t>Implement Hyperparameter Tuning-</a:t>
            </a:r>
            <a:r>
              <a:rPr lang="en-US" sz="2200" dirty="0"/>
              <a:t>Add grid search or cross-validation to auto-optimize model performance.</a:t>
            </a:r>
          </a:p>
          <a:p>
            <a:r>
              <a:rPr lang="en-US" sz="2200" b="1" dirty="0"/>
              <a:t>Enable Real-Time Data Feeds-</a:t>
            </a:r>
            <a:r>
              <a:rPr lang="en-US" sz="2200" dirty="0"/>
              <a:t>Integrate APIs or IoT streams for live forecasting and updates.</a:t>
            </a:r>
          </a:p>
          <a:p>
            <a:r>
              <a:rPr lang="en-US" sz="2200" b="1" dirty="0"/>
              <a:t>Containerize &amp; Deploy with AWS ECS or Lambda-</a:t>
            </a:r>
            <a:r>
              <a:rPr lang="en-US" sz="2200" dirty="0"/>
              <a:t>Package the app with Docker and deploy more effectively using AWS ECS or serverless architecture.</a:t>
            </a:r>
          </a:p>
        </p:txBody>
      </p:sp>
    </p:spTree>
    <p:extLst>
      <p:ext uri="{BB962C8B-B14F-4D97-AF65-F5344CB8AC3E}">
        <p14:creationId xmlns:p14="http://schemas.microsoft.com/office/powerpoint/2010/main" val="2820293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595EE7-76F6-0AD2-571A-FD47F905F00B}"/>
              </a:ext>
            </a:extLst>
          </p:cNvPr>
          <p:cNvSpPr>
            <a:spLocks noGrp="1"/>
          </p:cNvSpPr>
          <p:nvPr>
            <p:ph type="sldNum" idx="97"/>
          </p:nvPr>
        </p:nvSpPr>
        <p:spPr/>
        <p:txBody>
          <a:bodyPr/>
          <a:lstStyle/>
          <a:p>
            <a:fld id="{4037B1B0-0345-4E15-985A-6BECCDBE474F}" type="slidenum">
              <a:rPr lang="en-US" smtClean="0"/>
              <a:pPr/>
              <a:t>13</a:t>
            </a:fld>
            <a:endParaRPr lang="en-US" dirty="0"/>
          </a:p>
        </p:txBody>
      </p:sp>
      <p:sp>
        <p:nvSpPr>
          <p:cNvPr id="3" name="Title 2">
            <a:extLst>
              <a:ext uri="{FF2B5EF4-FFF2-40B4-BE49-F238E27FC236}">
                <a16:creationId xmlns:a16="http://schemas.microsoft.com/office/drawing/2014/main" id="{99627940-A1DD-CCBE-0A57-FA85F5D8EAE5}"/>
              </a:ext>
            </a:extLst>
          </p:cNvPr>
          <p:cNvSpPr>
            <a:spLocks noGrp="1"/>
          </p:cNvSpPr>
          <p:nvPr>
            <p:ph type="title" idx="1"/>
          </p:nvPr>
        </p:nvSpPr>
        <p:spPr/>
        <p:txBody>
          <a:bodyPr/>
          <a:lstStyle/>
          <a:p>
            <a:r>
              <a:rPr lang="en-US" dirty="0"/>
              <a:t>Data set sample: </a:t>
            </a:r>
          </a:p>
        </p:txBody>
      </p:sp>
      <p:pic>
        <p:nvPicPr>
          <p:cNvPr id="8" name="Content Placeholder 7">
            <a:extLst>
              <a:ext uri="{FF2B5EF4-FFF2-40B4-BE49-F238E27FC236}">
                <a16:creationId xmlns:a16="http://schemas.microsoft.com/office/drawing/2014/main" id="{16099BDD-9273-4035-1D7D-3BA236A637D9}"/>
              </a:ext>
            </a:extLst>
          </p:cNvPr>
          <p:cNvPicPr>
            <a:picLocks noGrp="1" noChangeAspect="1"/>
          </p:cNvPicPr>
          <p:nvPr>
            <p:ph idx="2"/>
          </p:nvPr>
        </p:nvPicPr>
        <p:blipFill>
          <a:blip r:embed="rId2"/>
          <a:stretch>
            <a:fillRect/>
          </a:stretch>
        </p:blipFill>
        <p:spPr>
          <a:xfrm>
            <a:off x="3927630" y="1097280"/>
            <a:ext cx="4342835" cy="5330952"/>
          </a:xfrm>
        </p:spPr>
      </p:pic>
    </p:spTree>
    <p:extLst>
      <p:ext uri="{BB962C8B-B14F-4D97-AF65-F5344CB8AC3E}">
        <p14:creationId xmlns:p14="http://schemas.microsoft.com/office/powerpoint/2010/main" val="2910880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DB3DD1-CB36-31B6-9AAA-2BDCCA4DA1B5}"/>
              </a:ext>
            </a:extLst>
          </p:cNvPr>
          <p:cNvSpPr>
            <a:spLocks noGrp="1"/>
          </p:cNvSpPr>
          <p:nvPr>
            <p:ph type="sldNum" idx="97"/>
          </p:nvPr>
        </p:nvSpPr>
        <p:spPr/>
        <p:txBody>
          <a:bodyPr/>
          <a:lstStyle/>
          <a:p>
            <a:fld id="{4037B1B0-0345-4E15-985A-6BECCDBE474F}" type="slidenum">
              <a:rPr lang="en-US" smtClean="0"/>
              <a:pPr/>
              <a:t>14</a:t>
            </a:fld>
            <a:endParaRPr lang="en-US" dirty="0"/>
          </a:p>
        </p:txBody>
      </p:sp>
      <p:sp>
        <p:nvSpPr>
          <p:cNvPr id="3" name="Title 2">
            <a:extLst>
              <a:ext uri="{FF2B5EF4-FFF2-40B4-BE49-F238E27FC236}">
                <a16:creationId xmlns:a16="http://schemas.microsoft.com/office/drawing/2014/main" id="{47492A8C-F208-3916-6875-EE292F108258}"/>
              </a:ext>
            </a:extLst>
          </p:cNvPr>
          <p:cNvSpPr>
            <a:spLocks noGrp="1"/>
          </p:cNvSpPr>
          <p:nvPr>
            <p:ph type="title" idx="1"/>
          </p:nvPr>
        </p:nvSpPr>
        <p:spPr/>
        <p:txBody>
          <a:bodyPr/>
          <a:lstStyle/>
          <a:p>
            <a:r>
              <a:rPr lang="en-US" dirty="0"/>
              <a:t>Data Visualization:</a:t>
            </a:r>
          </a:p>
        </p:txBody>
      </p:sp>
      <p:pic>
        <p:nvPicPr>
          <p:cNvPr id="5" name="Content Placeholder 4">
            <a:extLst>
              <a:ext uri="{FF2B5EF4-FFF2-40B4-BE49-F238E27FC236}">
                <a16:creationId xmlns:a16="http://schemas.microsoft.com/office/drawing/2014/main" id="{B4135DA7-5409-8C0B-6DA6-0C7E6A61AF53}"/>
              </a:ext>
            </a:extLst>
          </p:cNvPr>
          <p:cNvPicPr>
            <a:picLocks noGrp="1" noChangeAspect="1"/>
          </p:cNvPicPr>
          <p:nvPr>
            <p:ph idx="2"/>
          </p:nvPr>
        </p:nvPicPr>
        <p:blipFill>
          <a:blip r:embed="rId2"/>
          <a:stretch>
            <a:fillRect/>
          </a:stretch>
        </p:blipFill>
        <p:spPr>
          <a:xfrm>
            <a:off x="1422774" y="1097280"/>
            <a:ext cx="9352547" cy="5330952"/>
          </a:xfrm>
        </p:spPr>
      </p:pic>
    </p:spTree>
    <p:extLst>
      <p:ext uri="{BB962C8B-B14F-4D97-AF65-F5344CB8AC3E}">
        <p14:creationId xmlns:p14="http://schemas.microsoft.com/office/powerpoint/2010/main" val="122015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9ECD-0955-C0E5-3F22-430D66F538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135EFF-89D3-6234-D15C-488D3E16AD58}"/>
              </a:ext>
            </a:extLst>
          </p:cNvPr>
          <p:cNvSpPr>
            <a:spLocks noGrp="1"/>
          </p:cNvSpPr>
          <p:nvPr>
            <p:ph type="sldNum" idx="97"/>
          </p:nvPr>
        </p:nvSpPr>
        <p:spPr/>
        <p:txBody>
          <a:bodyPr/>
          <a:lstStyle/>
          <a:p>
            <a:fld id="{4037B1B0-0345-4E15-985A-6BECCDBE474F}" type="slidenum">
              <a:rPr lang="en-US" smtClean="0"/>
              <a:pPr/>
              <a:t>15</a:t>
            </a:fld>
            <a:endParaRPr lang="en-US" dirty="0"/>
          </a:p>
        </p:txBody>
      </p:sp>
      <p:sp>
        <p:nvSpPr>
          <p:cNvPr id="3" name="Title 2">
            <a:extLst>
              <a:ext uri="{FF2B5EF4-FFF2-40B4-BE49-F238E27FC236}">
                <a16:creationId xmlns:a16="http://schemas.microsoft.com/office/drawing/2014/main" id="{F1463476-40CF-3855-C9B6-6E643E6A8C51}"/>
              </a:ext>
            </a:extLst>
          </p:cNvPr>
          <p:cNvSpPr>
            <a:spLocks noGrp="1"/>
          </p:cNvSpPr>
          <p:nvPr>
            <p:ph type="title" idx="1"/>
          </p:nvPr>
        </p:nvSpPr>
        <p:spPr/>
        <p:txBody>
          <a:bodyPr/>
          <a:lstStyle/>
          <a:p>
            <a:r>
              <a:rPr lang="en-US" dirty="0"/>
              <a:t>Data Visualization:</a:t>
            </a:r>
          </a:p>
        </p:txBody>
      </p:sp>
      <p:pic>
        <p:nvPicPr>
          <p:cNvPr id="5" name="Content Placeholder 4">
            <a:extLst>
              <a:ext uri="{FF2B5EF4-FFF2-40B4-BE49-F238E27FC236}">
                <a16:creationId xmlns:a16="http://schemas.microsoft.com/office/drawing/2014/main" id="{256D731F-9581-7688-F563-F23D160A1540}"/>
              </a:ext>
            </a:extLst>
          </p:cNvPr>
          <p:cNvPicPr>
            <a:picLocks noGrp="1" noChangeAspect="1"/>
          </p:cNvPicPr>
          <p:nvPr>
            <p:ph idx="2"/>
          </p:nvPr>
        </p:nvPicPr>
        <p:blipFill>
          <a:blip r:embed="rId2"/>
          <a:stretch>
            <a:fillRect/>
          </a:stretch>
        </p:blipFill>
        <p:spPr>
          <a:xfrm>
            <a:off x="365760" y="1670106"/>
            <a:ext cx="11466576" cy="4185300"/>
          </a:xfrm>
        </p:spPr>
      </p:pic>
    </p:spTree>
    <p:extLst>
      <p:ext uri="{BB962C8B-B14F-4D97-AF65-F5344CB8AC3E}">
        <p14:creationId xmlns:p14="http://schemas.microsoft.com/office/powerpoint/2010/main" val="2328989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090984-7B18-4AB9-8A29-7EAACAB93DB7}"/>
              </a:ext>
            </a:extLst>
          </p:cNvPr>
          <p:cNvSpPr>
            <a:spLocks noGrp="1"/>
          </p:cNvSpPr>
          <p:nvPr>
            <p:ph type="sldNum" idx="97"/>
          </p:nvPr>
        </p:nvSpPr>
        <p:spPr/>
        <p:txBody>
          <a:bodyPr/>
          <a:lstStyle/>
          <a:p>
            <a:fld id="{930176A1-BCF0-4712-97A6-6B495F55390B}" type="slidenum">
              <a:rPr lang="en-US" smtClean="0"/>
              <a:pPr/>
              <a:t>16</a:t>
            </a:fld>
            <a:endParaRPr lang="en-US" dirty="0"/>
          </a:p>
        </p:txBody>
      </p:sp>
      <p:sp>
        <p:nvSpPr>
          <p:cNvPr id="3" name="Title 2">
            <a:extLst>
              <a:ext uri="{FF2B5EF4-FFF2-40B4-BE49-F238E27FC236}">
                <a16:creationId xmlns:a16="http://schemas.microsoft.com/office/drawing/2014/main" id="{80692762-2E68-41FA-805E-632DBC4A8A06}"/>
              </a:ext>
            </a:extLst>
          </p:cNvPr>
          <p:cNvSpPr>
            <a:spLocks noGrp="1"/>
          </p:cNvSpPr>
          <p:nvPr>
            <p:ph type="title" idx="1"/>
          </p:nvPr>
        </p:nvSpPr>
        <p:spPr/>
        <p:txBody>
          <a:bodyPr>
            <a:normAutofit fontScale="90000"/>
          </a:bodyPr>
          <a:lstStyle/>
          <a:p>
            <a:br>
              <a:rPr lang="en-US" dirty="0"/>
            </a:br>
            <a:br>
              <a:rPr lang="en-US" dirty="0"/>
            </a:br>
            <a:br>
              <a:rPr lang="en-US" dirty="0"/>
            </a:br>
            <a:br>
              <a:rPr lang="en-US" dirty="0"/>
            </a:br>
            <a:r>
              <a:rPr lang="en-US" dirty="0"/>
              <a:t>Git-Hub Link</a:t>
            </a:r>
          </a:p>
        </p:txBody>
      </p:sp>
      <p:sp>
        <p:nvSpPr>
          <p:cNvPr id="4" name="Text Placeholder 3">
            <a:extLst>
              <a:ext uri="{FF2B5EF4-FFF2-40B4-BE49-F238E27FC236}">
                <a16:creationId xmlns:a16="http://schemas.microsoft.com/office/drawing/2014/main" id="{CAD25515-29E4-4B4A-A230-72A825FE8BEA}"/>
              </a:ext>
            </a:extLst>
          </p:cNvPr>
          <p:cNvSpPr>
            <a:spLocks noGrp="1"/>
          </p:cNvSpPr>
          <p:nvPr>
            <p:ph type="body" idx="3"/>
          </p:nvPr>
        </p:nvSpPr>
        <p:spPr/>
        <p:txBody>
          <a:bodyPr vert="horz" lIns="91440" tIns="45720" rIns="91440" bIns="45720" rtlCol="0" anchor="t">
            <a:normAutofit/>
          </a:bodyPr>
          <a:lstStyle/>
          <a:p>
            <a:pPr marL="0" indent="0">
              <a:buNone/>
            </a:pPr>
            <a:endParaRPr lang="en-US" dirty="0">
              <a:ea typeface="+mn-lt"/>
              <a:cs typeface="+mn-lt"/>
            </a:endParaRPr>
          </a:p>
          <a:p>
            <a:pPr marL="0" indent="0">
              <a:buNone/>
            </a:pPr>
            <a:endParaRPr lang="en-US" dirty="0">
              <a:ea typeface="+mn-lt"/>
              <a:cs typeface="+mn-lt"/>
            </a:endParaRPr>
          </a:p>
          <a:p>
            <a:pPr marL="0" indent="0">
              <a:buNone/>
            </a:pPr>
            <a:endParaRPr lang="en-US" dirty="0">
              <a:ea typeface="+mn-lt"/>
              <a:cs typeface="+mn-lt"/>
            </a:endParaRPr>
          </a:p>
          <a:p>
            <a:pPr marL="0" indent="0">
              <a:buNone/>
            </a:pPr>
            <a:endParaRPr lang="en-US" dirty="0">
              <a:ea typeface="+mn-lt"/>
              <a:cs typeface="+mn-lt"/>
            </a:endParaRPr>
          </a:p>
          <a:p>
            <a:pPr marL="0" indent="0">
              <a:buNone/>
            </a:pPr>
            <a:r>
              <a:rPr lang="en-US" dirty="0">
                <a:ea typeface="+mn-lt"/>
                <a:cs typeface="+mn-lt"/>
                <a:hlinkClick r:id="rId3"/>
              </a:rPr>
              <a:t>https://github.com/penmetsagajendravarma/DSCI-6007-01-Final-Project</a:t>
            </a:r>
            <a:endParaRPr lang="en-US" dirty="0">
              <a:ea typeface="+mn-lt"/>
              <a:cs typeface="+mn-lt"/>
            </a:endParaRPr>
          </a:p>
        </p:txBody>
      </p:sp>
      <p:pic>
        <p:nvPicPr>
          <p:cNvPr id="6" name="Content Placeholder 3">
            <a:extLst>
              <a:ext uri="{FF2B5EF4-FFF2-40B4-BE49-F238E27FC236}">
                <a16:creationId xmlns:a16="http://schemas.microsoft.com/office/drawing/2014/main" id="{631E6006-A2F5-4FBC-89E1-21AA08E18BE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529" y="3338320"/>
            <a:ext cx="2777117" cy="1851411"/>
          </a:xfrm>
          <a:prstGeom prst="rect">
            <a:avLst/>
          </a:prstGeom>
        </p:spPr>
      </p:pic>
    </p:spTree>
    <p:extLst>
      <p:ext uri="{BB962C8B-B14F-4D97-AF65-F5344CB8AC3E}">
        <p14:creationId xmlns:p14="http://schemas.microsoft.com/office/powerpoint/2010/main" val="3660179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E125D-EF16-4D55-911F-84B4B633C221}"/>
              </a:ext>
            </a:extLst>
          </p:cNvPr>
          <p:cNvSpPr>
            <a:spLocks noGrp="1"/>
          </p:cNvSpPr>
          <p:nvPr>
            <p:ph type="title" idx="1"/>
          </p:nvPr>
        </p:nvSpPr>
        <p:spPr/>
        <p:txBody>
          <a:bodyPr/>
          <a:lstStyle/>
          <a:p>
            <a:r>
              <a:rPr lang="en-US" dirty="0"/>
              <a:t>Thank you</a:t>
            </a:r>
          </a:p>
        </p:txBody>
      </p:sp>
    </p:spTree>
    <p:extLst>
      <p:ext uri="{BB962C8B-B14F-4D97-AF65-F5344CB8AC3E}">
        <p14:creationId xmlns:p14="http://schemas.microsoft.com/office/powerpoint/2010/main" val="12254535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neBrand EVO (2022-Q4) ColorSet 3">
  <a:themeElements>
    <a:clrScheme name="OneBrand Evo Set 3">
      <a:dk1>
        <a:sysClr val="windowText" lastClr="000000"/>
      </a:dk1>
      <a:lt1>
        <a:sysClr val="window" lastClr="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AWS One Brand Evo">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lite">
      <a:srgbClr val="1A2F4C"/>
    </a:custClr>
    <a:custClr name="Anchor">
      <a:srgbClr val="003181"/>
    </a:custClr>
    <a:custClr name="Sea Blue">
      <a:srgbClr val="005276"/>
    </a:custClr>
    <a:custClr name="Sky">
      <a:srgbClr val="2074D5"/>
    </a:custClr>
    <a:custClr name="Aqua">
      <a:srgbClr val="007FAA"/>
    </a:custClr>
    <a:custClr name="Cyan">
      <a:srgbClr val="7CE8F4"/>
    </a:custClr>
    <a:custClr name="blank">
      <a:srgbClr val="FFFFFF"/>
    </a:custClr>
    <a:custClr name="blank">
      <a:srgbClr val="FFFFFF"/>
    </a:custClr>
    <a:custClr name="blank">
      <a:srgbClr val="FFFFFF"/>
    </a:custClr>
    <a:custClr name="blank">
      <a:srgbClr val="FFFFFF"/>
    </a:custClr>
    <a:custClr name="Galaxy">
      <a:srgbClr val="330066"/>
    </a:custClr>
    <a:custClr name="Dark Grape">
      <a:srgbClr val="563377"/>
    </a:custClr>
    <a:custClr name="Violet">
      <a:srgbClr val="7C5AED"/>
    </a:custClr>
    <a:custClr name="Bright Lilac">
      <a:srgbClr val="CC83EA"/>
    </a:custClr>
    <a:custClr name="Wine">
      <a:srgbClr val="8F1761"/>
    </a:custClr>
    <a:custClr name="Bloodthorn">
      <a:srgbClr val="B5335C"/>
    </a:custClr>
    <a:custClr name="Cosmos">
      <a:srgbClr val="DF2A5D"/>
    </a:custClr>
    <a:custClr name="Magenta">
      <a:srgbClr val="F46EBB"/>
    </a:custClr>
    <a:custClr name="blank">
      <a:srgbClr val="FFFFFF"/>
    </a:custClr>
    <a:custClr name="blank">
      <a:srgbClr val="FFFFFF"/>
    </a:custClr>
    <a:custClr name="Umber">
      <a:srgbClr val="BE4E2E"/>
    </a:custClr>
    <a:custClr name="Smile">
      <a:srgbClr val="FF9900"/>
    </a:custClr>
    <a:custClr name="Peach">
      <a:srgbClr val="FFAD97"/>
    </a:custClr>
    <a:custClr name="Rind">
      <a:srgbClr val="FBD8B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Evergreen">
      <a:srgbClr val="19594E"/>
    </a:custClr>
    <a:custClr name="Salem">
      <a:srgbClr val="197956"/>
    </a:custClr>
    <a:custClr name="Aloha">
      <a:srgbClr val="1DB893"/>
    </a:custClr>
    <a:custClr name="Mist">
      <a:srgbClr val="9FFCEA"/>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quid Ink">
      <a:srgbClr val="161E2D"/>
    </a:custClr>
    <a:custClr name="Squid Ink">
      <a:srgbClr val="232F3E"/>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TC Official Evolved ColorSet 4 (2022-Q4).potx" id="{CECD8FAD-F029-48AF-B3C8-C6C68F5F2640}" vid="{A1F5EB9E-5EAA-4239-ADDD-DA0BB31B89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 Official Evolved ColorSet 3 (2022-Q4)</Template>
  <TotalTime>10690</TotalTime>
  <Words>1099</Words>
  <Application>Microsoft Office PowerPoint</Application>
  <PresentationFormat>Widescreen</PresentationFormat>
  <Paragraphs>92</Paragraphs>
  <Slides>17</Slides>
  <Notes>6</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OneBrand EVO (2022-Q4) ColorSet 3</vt:lpstr>
      <vt:lpstr>Final Project-DSCI 6007-01-Team02</vt:lpstr>
      <vt:lpstr>TEAM</vt:lpstr>
      <vt:lpstr>Introduction:-</vt:lpstr>
      <vt:lpstr>Business scenario overview</vt:lpstr>
      <vt:lpstr>Solution Requirements:</vt:lpstr>
      <vt:lpstr>Solution overview:</vt:lpstr>
      <vt:lpstr>Solution overview:</vt:lpstr>
      <vt:lpstr>Solution overview</vt:lpstr>
      <vt:lpstr>Architecture Diagram of the Solution: </vt:lpstr>
      <vt:lpstr>Data Pipeline:-</vt:lpstr>
      <vt:lpstr>Lessons learned</vt:lpstr>
      <vt:lpstr>Lessons learned</vt:lpstr>
      <vt:lpstr>Data set sample: </vt:lpstr>
      <vt:lpstr>Data Visualization:</vt:lpstr>
      <vt:lpstr>Data Visualization:</vt:lpstr>
      <vt:lpstr>    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 Set 4</dc:title>
  <dc:creator>Stading, Katrina</dc:creator>
  <cp:lastModifiedBy>Sula, Ardiana</cp:lastModifiedBy>
  <cp:revision>686</cp:revision>
  <dcterms:created xsi:type="dcterms:W3CDTF">2022-11-09T17:00:30Z</dcterms:created>
  <dcterms:modified xsi:type="dcterms:W3CDTF">2025-05-01T03:19:43Z</dcterms:modified>
</cp:coreProperties>
</file>